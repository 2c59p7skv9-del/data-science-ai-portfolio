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19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7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39004-4BEA-E94A-9202-09550F7427AA}" v="56" dt="2026-06-24T21:38:27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20"/>
  </p:normalViewPr>
  <p:slideViewPr>
    <p:cSldViewPr snapToGrid="0">
      <p:cViewPr varScale="1">
        <p:scale>
          <a:sx n="215" d="100"/>
          <a:sy n="215" d="100"/>
        </p:scale>
        <p:origin x="101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OS BOUFIS" userId="c8bff13f-86c0-43b4-ace1-70ec58167f31" providerId="ADAL" clId="{23939004-4BEA-E94A-9202-09550F7427AA}"/>
    <pc:docChg chg="undo custSel addSld delSld modSld sldOrd">
      <pc:chgData name="GEORGIOS BOUFIS" userId="c8bff13f-86c0-43b4-ace1-70ec58167f31" providerId="ADAL" clId="{23939004-4BEA-E94A-9202-09550F7427AA}" dt="2026-06-24T21:59:27.594" v="1336"/>
      <pc:docMkLst>
        <pc:docMk/>
      </pc:docMkLst>
      <pc:sldChg chg="addSp delSp modSp del mod">
        <pc:chgData name="GEORGIOS BOUFIS" userId="c8bff13f-86c0-43b4-ace1-70ec58167f31" providerId="ADAL" clId="{23939004-4BEA-E94A-9202-09550F7427AA}" dt="2026-06-24T21:37:33.127" v="1333" actId="2696"/>
        <pc:sldMkLst>
          <pc:docMk/>
          <pc:sldMk cId="650954163" sldId="256"/>
        </pc:sldMkLst>
        <pc:spChg chg="add del mod">
          <ac:chgData name="GEORGIOS BOUFIS" userId="c8bff13f-86c0-43b4-ace1-70ec58167f31" providerId="ADAL" clId="{23939004-4BEA-E94A-9202-09550F7427AA}" dt="2026-06-24T21:22:37.786" v="1305" actId="1076"/>
          <ac:spMkLst>
            <pc:docMk/>
            <pc:sldMk cId="650954163" sldId="256"/>
            <ac:spMk id="2" creationId="{3C99F340-6C45-11F5-9209-4D89ED903895}"/>
          </ac:spMkLst>
        </pc:spChg>
        <pc:spChg chg="mod">
          <ac:chgData name="GEORGIOS BOUFIS" userId="c8bff13f-86c0-43b4-ace1-70ec58167f31" providerId="ADAL" clId="{23939004-4BEA-E94A-9202-09550F7427AA}" dt="2026-06-24T21:19:40.585" v="1281" actId="14100"/>
          <ac:spMkLst>
            <pc:docMk/>
            <pc:sldMk cId="650954163" sldId="256"/>
            <ac:spMk id="3" creationId="{B132B594-DA2E-71F5-0BBB-A0DC67F6AA2D}"/>
          </ac:spMkLst>
        </pc:spChg>
        <pc:spChg chg="mod">
          <ac:chgData name="GEORGIOS BOUFIS" userId="c8bff13f-86c0-43b4-ace1-70ec58167f31" providerId="ADAL" clId="{23939004-4BEA-E94A-9202-09550F7427AA}" dt="2026-06-24T21:02:31.759" v="1154" actId="1076"/>
          <ac:spMkLst>
            <pc:docMk/>
            <pc:sldMk cId="650954163" sldId="256"/>
            <ac:spMk id="6" creationId="{1EE7B949-6379-04CE-B6ED-7C2B6AE13889}"/>
          </ac:spMkLst>
        </pc:spChg>
        <pc:spChg chg="add del mod">
          <ac:chgData name="GEORGIOS BOUFIS" userId="c8bff13f-86c0-43b4-ace1-70ec58167f31" providerId="ADAL" clId="{23939004-4BEA-E94A-9202-09550F7427AA}" dt="2026-06-24T21:04:23.830" v="1165" actId="478"/>
          <ac:spMkLst>
            <pc:docMk/>
            <pc:sldMk cId="650954163" sldId="256"/>
            <ac:spMk id="8" creationId="{66890F54-88E7-9FA6-B13E-3D2F33EBC609}"/>
          </ac:spMkLst>
        </pc:spChg>
        <pc:spChg chg="add del mod">
          <ac:chgData name="GEORGIOS BOUFIS" userId="c8bff13f-86c0-43b4-ace1-70ec58167f31" providerId="ADAL" clId="{23939004-4BEA-E94A-9202-09550F7427AA}" dt="2026-06-24T21:04:59.501" v="1168"/>
          <ac:spMkLst>
            <pc:docMk/>
            <pc:sldMk cId="650954163" sldId="256"/>
            <ac:spMk id="9" creationId="{8383E8DA-82BB-F58F-0BB6-640E458B73D3}"/>
          </ac:spMkLst>
        </pc:spChg>
        <pc:graphicFrameChg chg="add del mod">
          <ac:chgData name="GEORGIOS BOUFIS" userId="c8bff13f-86c0-43b4-ace1-70ec58167f31" providerId="ADAL" clId="{23939004-4BEA-E94A-9202-09550F7427AA}" dt="2026-06-24T21:03:07.930" v="1160" actId="12084"/>
          <ac:graphicFrameMkLst>
            <pc:docMk/>
            <pc:sldMk cId="650954163" sldId="256"/>
            <ac:graphicFrameMk id="7" creationId="{07295BA0-1E83-3E9A-9BAC-88B838A40717}"/>
          </ac:graphicFrameMkLst>
        </pc:graphicFrameChg>
      </pc:sldChg>
      <pc:sldChg chg="addSp delSp modSp mod modTransition setBg">
        <pc:chgData name="GEORGIOS BOUFIS" userId="c8bff13f-86c0-43b4-ace1-70ec58167f31" providerId="ADAL" clId="{23939004-4BEA-E94A-9202-09550F7427AA}" dt="2026-06-24T21:59:27.594" v="1336"/>
        <pc:sldMkLst>
          <pc:docMk/>
          <pc:sldMk cId="519986811" sldId="257"/>
        </pc:sldMkLst>
        <pc:spChg chg="mod">
          <ac:chgData name="GEORGIOS BOUFIS" userId="c8bff13f-86c0-43b4-ace1-70ec58167f31" providerId="ADAL" clId="{23939004-4BEA-E94A-9202-09550F7427AA}" dt="2026-06-24T21:38:07.940" v="1334" actId="26606"/>
          <ac:spMkLst>
            <pc:docMk/>
            <pc:sldMk cId="519986811" sldId="257"/>
            <ac:spMk id="2" creationId="{7732DF88-F909-652F-62F3-FA9EBA0D308B}"/>
          </ac:spMkLst>
        </pc:spChg>
        <pc:spChg chg="del mod">
          <ac:chgData name="GEORGIOS BOUFIS" userId="c8bff13f-86c0-43b4-ace1-70ec58167f31" providerId="ADAL" clId="{23939004-4BEA-E94A-9202-09550F7427AA}" dt="2026-06-24T21:05:35.519" v="1170" actId="12084"/>
          <ac:spMkLst>
            <pc:docMk/>
            <pc:sldMk cId="519986811" sldId="257"/>
            <ac:spMk id="3" creationId="{C40574F7-C815-C211-DCCC-17A96656A54F}"/>
          </ac:spMkLst>
        </pc:spChg>
        <pc:spChg chg="add">
          <ac:chgData name="GEORGIOS BOUFIS" userId="c8bff13f-86c0-43b4-ace1-70ec58167f31" providerId="ADAL" clId="{23939004-4BEA-E94A-9202-09550F7427AA}" dt="2026-06-24T21:38:07.940" v="1334" actId="26606"/>
          <ac:spMkLst>
            <pc:docMk/>
            <pc:sldMk cId="519986811" sldId="257"/>
            <ac:spMk id="9" creationId="{BACC6370-2D7E-4714-9D71-7542949D7D5D}"/>
          </ac:spMkLst>
        </pc:spChg>
        <pc:spChg chg="add">
          <ac:chgData name="GEORGIOS BOUFIS" userId="c8bff13f-86c0-43b4-ace1-70ec58167f31" providerId="ADAL" clId="{23939004-4BEA-E94A-9202-09550F7427AA}" dt="2026-06-24T21:38:07.940" v="1334" actId="26606"/>
          <ac:spMkLst>
            <pc:docMk/>
            <pc:sldMk cId="519986811" sldId="257"/>
            <ac:spMk id="11" creationId="{F68B3F68-107C-434F-AA38-110D5EA91B85}"/>
          </ac:spMkLst>
        </pc:spChg>
        <pc:spChg chg="add">
          <ac:chgData name="GEORGIOS BOUFIS" userId="c8bff13f-86c0-43b4-ace1-70ec58167f31" providerId="ADAL" clId="{23939004-4BEA-E94A-9202-09550F7427AA}" dt="2026-06-24T21:38:07.940" v="1334" actId="26606"/>
          <ac:spMkLst>
            <pc:docMk/>
            <pc:sldMk cId="519986811" sldId="257"/>
            <ac:spMk id="13" creationId="{AAD0DBB9-1A4B-4391-81D4-CB19F9AB918A}"/>
          </ac:spMkLst>
        </pc:spChg>
        <pc:spChg chg="add">
          <ac:chgData name="GEORGIOS BOUFIS" userId="c8bff13f-86c0-43b4-ace1-70ec58167f31" providerId="ADAL" clId="{23939004-4BEA-E94A-9202-09550F7427AA}" dt="2026-06-24T21:38:07.940" v="1334" actId="26606"/>
          <ac:spMkLst>
            <pc:docMk/>
            <pc:sldMk cId="519986811" sldId="257"/>
            <ac:spMk id="15" creationId="{063BBA22-50EA-4C4D-BE05-F1CE4E63AA56}"/>
          </ac:spMkLst>
        </pc:spChg>
        <pc:graphicFrameChg chg="add mod modGraphic">
          <ac:chgData name="GEORGIOS BOUFIS" userId="c8bff13f-86c0-43b4-ace1-70ec58167f31" providerId="ADAL" clId="{23939004-4BEA-E94A-9202-09550F7427AA}" dt="2026-06-24T21:38:27.399" v="1335" actId="12100"/>
          <ac:graphicFrameMkLst>
            <pc:docMk/>
            <pc:sldMk cId="519986811" sldId="257"/>
            <ac:graphicFrameMk id="4" creationId="{D6AD5CDA-A45D-75A8-CD51-07DF21F78BA2}"/>
          </ac:graphicFrameMkLst>
        </pc:graphicFrameChg>
      </pc:sldChg>
      <pc:sldChg chg="addSp delSp modSp mo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1379546132" sldId="258"/>
        </pc:sldMkLst>
        <pc:spChg chg="mod">
          <ac:chgData name="GEORGIOS BOUFIS" userId="c8bff13f-86c0-43b4-ace1-70ec58167f31" providerId="ADAL" clId="{23939004-4BEA-E94A-9202-09550F7427AA}" dt="2026-06-24T21:10:24.406" v="1189" actId="1076"/>
          <ac:spMkLst>
            <pc:docMk/>
            <pc:sldMk cId="1379546132" sldId="258"/>
            <ac:spMk id="2" creationId="{CCF2FD12-E82D-1EF0-AD2D-39D3864BCF99}"/>
          </ac:spMkLst>
        </pc:spChg>
        <pc:spChg chg="del">
          <ac:chgData name="GEORGIOS BOUFIS" userId="c8bff13f-86c0-43b4-ace1-70ec58167f31" providerId="ADAL" clId="{23939004-4BEA-E94A-9202-09550F7427AA}" dt="2026-06-24T21:08:12.087" v="1180" actId="12084"/>
          <ac:spMkLst>
            <pc:docMk/>
            <pc:sldMk cId="1379546132" sldId="258"/>
            <ac:spMk id="3" creationId="{9960A95C-20F9-1FE5-4341-D8C0BB69AB96}"/>
          </ac:spMkLst>
        </pc:spChg>
        <pc:graphicFrameChg chg="add mod">
          <ac:chgData name="GEORGIOS BOUFIS" userId="c8bff13f-86c0-43b4-ace1-70ec58167f31" providerId="ADAL" clId="{23939004-4BEA-E94A-9202-09550F7427AA}" dt="2026-06-24T21:10:08.694" v="1188" actId="13782"/>
          <ac:graphicFrameMkLst>
            <pc:docMk/>
            <pc:sldMk cId="1379546132" sldId="258"/>
            <ac:graphicFrameMk id="4" creationId="{718AD081-493E-2AD5-232B-F0AFAA8D7E27}"/>
          </ac:graphicFrameMkLst>
        </pc:graphicFrameChg>
      </pc:sldChg>
      <pc:sldChg chg="addSp delSp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3533894764" sldId="259"/>
        </pc:sldMkLst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3533894764" sldId="259"/>
            <ac:spMk id="18" creationId="{1ECAB1E8-8195-4748-BE71-FF806D86892E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3533894764" sldId="259"/>
            <ac:spMk id="20" creationId="{57F6BDD4-E066-4008-8011-6CC31AEB4556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3533894764" sldId="259"/>
            <ac:spMk id="22" creationId="{2711A8FB-68FC-45FC-B01E-38F809E2D439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3533894764" sldId="259"/>
            <ac:spMk id="24" creationId="{2A865FE3-5FC9-4049-87CF-30019C46C0F5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92652700" sldId="260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92652700" sldId="260"/>
            <ac:spMk id="2" creationId="{804C8E6A-27BD-93E1-6FDD-61E683021971}"/>
          </ac:spMkLst>
        </pc:spChg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92652700" sldId="260"/>
            <ac:spMk id="8" creationId="{917F470F-ED6A-9235-2452-8A53E9A8BB1F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92652700" sldId="260"/>
            <ac:spMk id="11" creationId="{7FF47CB7-972F-479F-A36D-9E72D26EC8DA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92652700" sldId="260"/>
            <ac:spMk id="13" creationId="{0D153B68-5844-490D-8E67-F616D6D721CA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92652700" sldId="260"/>
            <ac:spMk id="15" creationId="{9A0D773F-7A7D-4DBB-9DEA-86BB8B8F4BC8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2383162660" sldId="261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2383162660" sldId="261"/>
            <ac:spMk id="2" creationId="{D3239569-AD9C-B1E8-F15C-0FA47AFC8B58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383162660" sldId="261"/>
            <ac:spMk id="11" creationId="{F821940F-7A1D-4ACC-85B4-A932898ABB37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383162660" sldId="261"/>
            <ac:spMk id="13" creationId="{16674508-81D3-48CF-96BF-7FC60EAA572A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1846018779" sldId="262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1846018779" sldId="262"/>
            <ac:spMk id="8" creationId="{58F47ED8-E0C5-6C5E-E7F9-FAF298358D9C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846018779" sldId="262"/>
            <ac:spMk id="26" creationId="{92468898-5A6E-4D55-85EC-308E785EE06C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846018779" sldId="262"/>
            <ac:spMk id="27" creationId="{3E23A947-2D45-4208-AE2B-64948C87A3EB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846018779" sldId="262"/>
            <ac:spMk id="28" creationId="{E5BBB0F9-6A59-4D02-A9C7-A2D6516684CE}"/>
          </ac:spMkLst>
        </pc:spChg>
      </pc:sldChg>
      <pc:sldChg chg="del">
        <pc:chgData name="GEORGIOS BOUFIS" userId="c8bff13f-86c0-43b4-ace1-70ec58167f31" providerId="ADAL" clId="{23939004-4BEA-E94A-9202-09550F7427AA}" dt="2026-06-24T21:15:35.776" v="1222" actId="2696"/>
        <pc:sldMkLst>
          <pc:docMk/>
          <pc:sldMk cId="2711215906" sldId="265"/>
        </pc:sldMkLst>
      </pc:sldChg>
      <pc:sldChg chg="addSp modSp mod or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4274133711" sldId="266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4274133711" sldId="266"/>
            <ac:spMk id="2" creationId="{1FF0C799-FB53-6EE1-7B32-222348ABBBAE}"/>
          </ac:spMkLst>
        </pc:spChg>
        <pc:spChg chg="mod">
          <ac:chgData name="GEORGIOS BOUFIS" userId="c8bff13f-86c0-43b4-ace1-70ec58167f31" providerId="ADAL" clId="{23939004-4BEA-E94A-9202-09550F7427AA}" dt="2026-06-23T19:28:19.126" v="619" actId="12"/>
          <ac:spMkLst>
            <pc:docMk/>
            <pc:sldMk cId="4274133711" sldId="266"/>
            <ac:spMk id="3" creationId="{8CD65826-CA70-A3DE-F724-2ADC5DC15584}"/>
          </ac:spMkLst>
        </pc:spChg>
        <pc:spChg chg="add mod">
          <ac:chgData name="GEORGIOS BOUFIS" userId="c8bff13f-86c0-43b4-ace1-70ec58167f31" providerId="ADAL" clId="{23939004-4BEA-E94A-9202-09550F7427AA}" dt="2026-06-24T21:16:31.985" v="1233" actId="1076"/>
          <ac:spMkLst>
            <pc:docMk/>
            <pc:sldMk cId="4274133711" sldId="266"/>
            <ac:spMk id="5" creationId="{4205C79C-D69C-113B-273F-4B11EE684B2E}"/>
          </ac:spMkLst>
        </pc:spChg>
      </pc:sldChg>
      <pc:sldChg chg="addSp delSp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2691890114" sldId="267"/>
        </pc:sldMkLst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691890114" sldId="267"/>
            <ac:spMk id="11" creationId="{7FF47CB7-972F-479F-A36D-9E72D26EC8DA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691890114" sldId="267"/>
            <ac:spMk id="13" creationId="{0D153B68-5844-490D-8E67-F616D6D721CA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691890114" sldId="267"/>
            <ac:spMk id="15" creationId="{9A0D773F-7A7D-4DBB-9DEA-86BB8B8F4BC8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2799225115" sldId="268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2799225115" sldId="268"/>
            <ac:spMk id="2" creationId="{F1B7FEBA-B563-1075-5451-1F427791B59D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799225115" sldId="268"/>
            <ac:spMk id="11" creationId="{F821940F-7A1D-4ACC-85B4-A932898ABB37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2799225115" sldId="268"/>
            <ac:spMk id="13" creationId="{16674508-81D3-48CF-96BF-7FC60EAA572A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1684272382" sldId="269"/>
        </pc:sldMkLst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684272382" sldId="269"/>
            <ac:spMk id="15" creationId="{A8908DB7-C3A6-4FCB-9820-CEE02B398C4A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684272382" sldId="269"/>
            <ac:spMk id="16" creationId="{535742DD-1B16-4E9D-B715-0D74B4574A68}"/>
          </ac:spMkLst>
        </pc:spChg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1684272382" sldId="269"/>
            <ac:spMk id="17" creationId="{37B62C0C-38F9-1870-6F6E-633EE429AA37}"/>
          </ac:spMkLst>
        </pc:spChg>
      </pc:sldChg>
      <pc:sldChg chg="addSp delSp modSp mo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2182044729" sldId="270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2182044729" sldId="270"/>
            <ac:spMk id="2" creationId="{703FCD57-2DF0-7C43-EED3-C93A7EB30633}"/>
          </ac:spMkLst>
        </pc:spChg>
        <pc:grpChg chg="add del">
          <ac:chgData name="GEORGIOS BOUFIS" userId="c8bff13f-86c0-43b4-ace1-70ec58167f31" providerId="ADAL" clId="{23939004-4BEA-E94A-9202-09550F7427AA}" dt="2026-06-24T21:20:03.704" v="1303"/>
          <ac:grpSpMkLst>
            <pc:docMk/>
            <pc:sldMk cId="2182044729" sldId="270"/>
            <ac:grpSpMk id="11" creationId="{6258F736-B256-8039-9DC6-F4E49A5C5AD5}"/>
          </ac:grpSpMkLst>
        </pc:grpChg>
      </pc:sldChg>
      <pc:sldChg chg="modSp mo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3082125224" sldId="272"/>
        </pc:sldMkLst>
        <pc:spChg chg="mod">
          <ac:chgData name="GEORGIOS BOUFIS" userId="c8bff13f-86c0-43b4-ace1-70ec58167f31" providerId="ADAL" clId="{23939004-4BEA-E94A-9202-09550F7427AA}" dt="2026-06-23T19:23:46.848" v="329" actId="20577"/>
          <ac:spMkLst>
            <pc:docMk/>
            <pc:sldMk cId="3082125224" sldId="272"/>
            <ac:spMk id="6" creationId="{BFE7ABAE-8E0E-2060-5A64-35412EE670D2}"/>
          </ac:spMkLst>
        </pc:spChg>
        <pc:picChg chg="mod">
          <ac:chgData name="GEORGIOS BOUFIS" userId="c8bff13f-86c0-43b4-ace1-70ec58167f31" providerId="ADAL" clId="{23939004-4BEA-E94A-9202-09550F7427AA}" dt="2026-06-24T21:20:03.704" v="1303"/>
          <ac:picMkLst>
            <pc:docMk/>
            <pc:sldMk cId="3082125224" sldId="272"/>
            <ac:picMk id="4" creationId="{C340E914-FE93-76EB-6560-F73D6827CDE8}"/>
          </ac:picMkLst>
        </pc:picChg>
      </pc:sldChg>
      <pc:sldChg chg="addSp delSp modSp mod ord modTransition delDesignElem">
        <pc:chgData name="GEORGIOS BOUFIS" userId="c8bff13f-86c0-43b4-ace1-70ec58167f31" providerId="ADAL" clId="{23939004-4BEA-E94A-9202-09550F7427AA}" dt="2026-06-24T21:59:27.594" v="1336"/>
        <pc:sldMkLst>
          <pc:docMk/>
          <pc:sldMk cId="161355492" sldId="273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161355492" sldId="273"/>
            <ac:spMk id="8" creationId="{4B1AFE9F-FF33-2752-9297-9B82430E462E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61355492" sldId="273"/>
            <ac:spMk id="11" creationId="{2B97F24A-32CE-4C1C-A50D-3016B394DCFB}"/>
          </ac:spMkLst>
        </pc:spChg>
        <pc:spChg chg="add del">
          <ac:chgData name="GEORGIOS BOUFIS" userId="c8bff13f-86c0-43b4-ace1-70ec58167f31" providerId="ADAL" clId="{23939004-4BEA-E94A-9202-09550F7427AA}" dt="2026-06-24T21:20:03.704" v="1303"/>
          <ac:spMkLst>
            <pc:docMk/>
            <pc:sldMk cId="161355492" sldId="273"/>
            <ac:spMk id="13" creationId="{CD8B4F24-440B-49E9-B85D-733523DC064B}"/>
          </ac:spMkLst>
        </pc:spChg>
      </pc:sldChg>
      <pc:sldChg chg="addSp delSp modSp new mod or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677421915" sldId="274"/>
        </pc:sldMkLst>
        <pc:spChg chg="mod">
          <ac:chgData name="GEORGIOS BOUFIS" userId="c8bff13f-86c0-43b4-ace1-70ec58167f31" providerId="ADAL" clId="{23939004-4BEA-E94A-9202-09550F7427AA}" dt="2026-06-24T21:20:03.704" v="1303"/>
          <ac:spMkLst>
            <pc:docMk/>
            <pc:sldMk cId="677421915" sldId="274"/>
            <ac:spMk id="2" creationId="{DC1BE2F5-63C2-5CA0-187B-305D22CD62AA}"/>
          </ac:spMkLst>
        </pc:spChg>
        <pc:spChg chg="add del mod">
          <ac:chgData name="GEORGIOS BOUFIS" userId="c8bff13f-86c0-43b4-ace1-70ec58167f31" providerId="ADAL" clId="{23939004-4BEA-E94A-9202-09550F7427AA}" dt="2026-06-24T21:11:58.743" v="1198" actId="12084"/>
          <ac:spMkLst>
            <pc:docMk/>
            <pc:sldMk cId="677421915" sldId="274"/>
            <ac:spMk id="3" creationId="{E3795DB1-ED6C-2EEE-7C0A-90DB357F8279}"/>
          </ac:spMkLst>
        </pc:spChg>
        <pc:graphicFrameChg chg="add del mod">
          <ac:chgData name="GEORGIOS BOUFIS" userId="c8bff13f-86c0-43b4-ace1-70ec58167f31" providerId="ADAL" clId="{23939004-4BEA-E94A-9202-09550F7427AA}" dt="2026-06-24T21:10:48.588" v="1191" actId="12084"/>
          <ac:graphicFrameMkLst>
            <pc:docMk/>
            <pc:sldMk cId="677421915" sldId="274"/>
            <ac:graphicFrameMk id="4" creationId="{1AB2579A-F123-F5C2-EDC3-A55AF946355C}"/>
          </ac:graphicFrameMkLst>
        </pc:graphicFrameChg>
        <pc:graphicFrameChg chg="add del mod">
          <ac:chgData name="GEORGIOS BOUFIS" userId="c8bff13f-86c0-43b4-ace1-70ec58167f31" providerId="ADAL" clId="{23939004-4BEA-E94A-9202-09550F7427AA}" dt="2026-06-24T21:11:03.045" v="1193" actId="12084"/>
          <ac:graphicFrameMkLst>
            <pc:docMk/>
            <pc:sldMk cId="677421915" sldId="274"/>
            <ac:graphicFrameMk id="5" creationId="{122F2861-FE8B-556A-C100-C73774DA4616}"/>
          </ac:graphicFrameMkLst>
        </pc:graphicFrameChg>
        <pc:graphicFrameChg chg="add del mod">
          <ac:chgData name="GEORGIOS BOUFIS" userId="c8bff13f-86c0-43b4-ace1-70ec58167f31" providerId="ADAL" clId="{23939004-4BEA-E94A-9202-09550F7427AA}" dt="2026-06-24T21:11:11.828" v="1195" actId="12084"/>
          <ac:graphicFrameMkLst>
            <pc:docMk/>
            <pc:sldMk cId="677421915" sldId="274"/>
            <ac:graphicFrameMk id="6" creationId="{E3EDB9C3-21C3-B1FC-EECA-DE78C5BC1706}"/>
          </ac:graphicFrameMkLst>
        </pc:graphicFrameChg>
        <pc:graphicFrameChg chg="add del mod">
          <ac:chgData name="GEORGIOS BOUFIS" userId="c8bff13f-86c0-43b4-ace1-70ec58167f31" providerId="ADAL" clId="{23939004-4BEA-E94A-9202-09550F7427AA}" dt="2026-06-24T21:11:41.976" v="1197" actId="12084"/>
          <ac:graphicFrameMkLst>
            <pc:docMk/>
            <pc:sldMk cId="677421915" sldId="274"/>
            <ac:graphicFrameMk id="7" creationId="{D7CC4DB5-B93B-7BE0-5700-2CA973E54A22}"/>
          </ac:graphicFrameMkLst>
        </pc:graphicFrameChg>
        <pc:graphicFrameChg chg="add mod">
          <ac:chgData name="GEORGIOS BOUFIS" userId="c8bff13f-86c0-43b4-ace1-70ec58167f31" providerId="ADAL" clId="{23939004-4BEA-E94A-9202-09550F7427AA}" dt="2026-06-24T21:20:03.704" v="1303"/>
          <ac:graphicFrameMkLst>
            <pc:docMk/>
            <pc:sldMk cId="677421915" sldId="274"/>
            <ac:graphicFrameMk id="8" creationId="{58BAF52E-7851-6F5D-E689-4F7FA3915DD9}"/>
          </ac:graphicFrameMkLst>
        </pc:graphicFrameChg>
      </pc:sldChg>
      <pc:sldChg chg="addSp delSp modSp new del mod">
        <pc:chgData name="GEORGIOS BOUFIS" userId="c8bff13f-86c0-43b4-ace1-70ec58167f31" providerId="ADAL" clId="{23939004-4BEA-E94A-9202-09550F7427AA}" dt="2026-06-23T19:25:25.353" v="338" actId="2696"/>
        <pc:sldMkLst>
          <pc:docMk/>
          <pc:sldMk cId="1875836830" sldId="274"/>
        </pc:sldMkLst>
        <pc:spChg chg="del">
          <ac:chgData name="GEORGIOS BOUFIS" userId="c8bff13f-86c0-43b4-ace1-70ec58167f31" providerId="ADAL" clId="{23939004-4BEA-E94A-9202-09550F7427AA}" dt="2026-06-23T19:24:57.678" v="331"/>
          <ac:spMkLst>
            <pc:docMk/>
            <pc:sldMk cId="1875836830" sldId="274"/>
            <ac:spMk id="3" creationId="{D877E3BB-E5F6-4DE1-A900-87F1F37CFD68}"/>
          </ac:spMkLst>
        </pc:spChg>
        <pc:spChg chg="add mod">
          <ac:chgData name="GEORGIOS BOUFIS" userId="c8bff13f-86c0-43b4-ace1-70ec58167f31" providerId="ADAL" clId="{23939004-4BEA-E94A-9202-09550F7427AA}" dt="2026-06-23T19:25:20.085" v="337" actId="21"/>
          <ac:spMkLst>
            <pc:docMk/>
            <pc:sldMk cId="1875836830" sldId="274"/>
            <ac:spMk id="6" creationId="{C3278C15-16BF-31D6-4CAA-5AAFCB9BC42D}"/>
          </ac:spMkLst>
        </pc:spChg>
        <pc:picChg chg="add del mod">
          <ac:chgData name="GEORGIOS BOUFIS" userId="c8bff13f-86c0-43b4-ace1-70ec58167f31" providerId="ADAL" clId="{23939004-4BEA-E94A-9202-09550F7427AA}" dt="2026-06-23T19:25:20.085" v="337" actId="21"/>
          <ac:picMkLst>
            <pc:docMk/>
            <pc:sldMk cId="1875836830" sldId="274"/>
            <ac:picMk id="4" creationId="{A19B132C-D7C9-4816-8976-C7D51384C8CC}"/>
          </ac:picMkLst>
        </pc:picChg>
      </pc:sldChg>
      <pc:sldChg chg="delSp modSp add del mod">
        <pc:chgData name="GEORGIOS BOUFIS" userId="c8bff13f-86c0-43b4-ace1-70ec58167f31" providerId="ADAL" clId="{23939004-4BEA-E94A-9202-09550F7427AA}" dt="2026-06-24T21:21:16.575" v="1304" actId="2696"/>
        <pc:sldMkLst>
          <pc:docMk/>
          <pc:sldMk cId="3716750862" sldId="275"/>
        </pc:sldMkLst>
        <pc:spChg chg="mod">
          <ac:chgData name="GEORGIOS BOUFIS" userId="c8bff13f-86c0-43b4-ace1-70ec58167f31" providerId="ADAL" clId="{23939004-4BEA-E94A-9202-09550F7427AA}" dt="2026-06-24T21:01:26.851" v="1149" actId="1076"/>
          <ac:spMkLst>
            <pc:docMk/>
            <pc:sldMk cId="3716750862" sldId="275"/>
            <ac:spMk id="2" creationId="{3C99F340-6C45-11F5-9209-4D89ED903895}"/>
          </ac:spMkLst>
        </pc:spChg>
        <pc:spChg chg="del mod">
          <ac:chgData name="GEORGIOS BOUFIS" userId="c8bff13f-86c0-43b4-ace1-70ec58167f31" providerId="ADAL" clId="{23939004-4BEA-E94A-9202-09550F7427AA}" dt="2026-06-24T21:01:22.258" v="1148" actId="478"/>
          <ac:spMkLst>
            <pc:docMk/>
            <pc:sldMk cId="3716750862" sldId="275"/>
            <ac:spMk id="3" creationId="{B132B594-DA2E-71F5-0BBB-A0DC67F6AA2D}"/>
          </ac:spMkLst>
        </pc:spChg>
      </pc:sldChg>
      <pc:sldChg chg="new del">
        <pc:chgData name="GEORGIOS BOUFIS" userId="c8bff13f-86c0-43b4-ace1-70ec58167f31" providerId="ADAL" clId="{23939004-4BEA-E94A-9202-09550F7427AA}" dt="2026-06-24T21:05:24.866" v="1169" actId="2696"/>
        <pc:sldMkLst>
          <pc:docMk/>
          <pc:sldMk cId="47821263" sldId="276"/>
        </pc:sldMkLst>
      </pc:sldChg>
      <pc:sldChg chg="addSp delSp modSp new mod modTransition setBg">
        <pc:chgData name="GEORGIOS BOUFIS" userId="c8bff13f-86c0-43b4-ace1-70ec58167f31" providerId="ADAL" clId="{23939004-4BEA-E94A-9202-09550F7427AA}" dt="2026-06-24T21:59:27.594" v="1336"/>
        <pc:sldMkLst>
          <pc:docMk/>
          <pc:sldMk cId="3590763540" sldId="276"/>
        </pc:sldMkLst>
        <pc:spChg chg="del">
          <ac:chgData name="GEORGIOS BOUFIS" userId="c8bff13f-86c0-43b4-ace1-70ec58167f31" providerId="ADAL" clId="{23939004-4BEA-E94A-9202-09550F7427AA}" dt="2026-06-24T21:14:58.788" v="1213" actId="478"/>
          <ac:spMkLst>
            <pc:docMk/>
            <pc:sldMk cId="3590763540" sldId="276"/>
            <ac:spMk id="2" creationId="{9FA274FB-F1B5-475E-F707-EECBE0D37825}"/>
          </ac:spMkLst>
        </pc:spChg>
        <pc:spChg chg="del">
          <ac:chgData name="GEORGIOS BOUFIS" userId="c8bff13f-86c0-43b4-ace1-70ec58167f31" providerId="ADAL" clId="{23939004-4BEA-E94A-9202-09550F7427AA}" dt="2026-06-24T21:14:30.419" v="1212"/>
          <ac:spMkLst>
            <pc:docMk/>
            <pc:sldMk cId="3590763540" sldId="276"/>
            <ac:spMk id="3" creationId="{FDF457B2-6A8D-62C5-B8DD-E2712D59B5A2}"/>
          </ac:spMkLst>
        </pc:spChg>
        <pc:picChg chg="add mod">
          <ac:chgData name="GEORGIOS BOUFIS" userId="c8bff13f-86c0-43b4-ace1-70ec58167f31" providerId="ADAL" clId="{23939004-4BEA-E94A-9202-09550F7427AA}" dt="2026-06-24T21:15:24.210" v="1221" actId="26606"/>
          <ac:picMkLst>
            <pc:docMk/>
            <pc:sldMk cId="3590763540" sldId="276"/>
            <ac:picMk id="4" creationId="{5B32EBE1-149E-23CD-FC82-EB555654014A}"/>
          </ac:picMkLst>
        </pc:picChg>
      </pc:sldChg>
      <pc:sldChg chg="addSp delSp modSp new del mod">
        <pc:chgData name="GEORGIOS BOUFIS" userId="c8bff13f-86c0-43b4-ace1-70ec58167f31" providerId="ADAL" clId="{23939004-4BEA-E94A-9202-09550F7427AA}" dt="2026-06-24T21:37:21.135" v="1332" actId="2696"/>
        <pc:sldMkLst>
          <pc:docMk/>
          <pc:sldMk cId="2363296423" sldId="277"/>
        </pc:sldMkLst>
        <pc:spChg chg="del">
          <ac:chgData name="GEORGIOS BOUFIS" userId="c8bff13f-86c0-43b4-ace1-70ec58167f31" providerId="ADAL" clId="{23939004-4BEA-E94A-9202-09550F7427AA}" dt="2026-06-24T21:17:30.203" v="1266"/>
          <ac:spMkLst>
            <pc:docMk/>
            <pc:sldMk cId="2363296423" sldId="277"/>
            <ac:spMk id="2" creationId="{773407F0-A809-3489-C04F-0C73A0FFD274}"/>
          </ac:spMkLst>
        </pc:spChg>
        <pc:spChg chg="del mod">
          <ac:chgData name="GEORGIOS BOUFIS" userId="c8bff13f-86c0-43b4-ace1-70ec58167f31" providerId="ADAL" clId="{23939004-4BEA-E94A-9202-09550F7427AA}" dt="2026-06-24T21:17:24.128" v="1264" actId="21"/>
          <ac:spMkLst>
            <pc:docMk/>
            <pc:sldMk cId="2363296423" sldId="277"/>
            <ac:spMk id="3" creationId="{8FABF71F-5001-88D4-B994-2AE9BDCAA2E2}"/>
          </ac:spMkLst>
        </pc:spChg>
        <pc:spChg chg="add del mod">
          <ac:chgData name="GEORGIOS BOUFIS" userId="c8bff13f-86c0-43b4-ace1-70ec58167f31" providerId="ADAL" clId="{23939004-4BEA-E94A-9202-09550F7427AA}" dt="2026-06-24T21:17:27.600" v="1265" actId="478"/>
          <ac:spMkLst>
            <pc:docMk/>
            <pc:sldMk cId="2363296423" sldId="277"/>
            <ac:spMk id="5" creationId="{4A90208C-67D3-B8B0-2B53-7B3633A35A30}"/>
          </ac:spMkLst>
        </pc:spChg>
        <pc:spChg chg="add mod">
          <ac:chgData name="GEORGIOS BOUFIS" userId="c8bff13f-86c0-43b4-ace1-70ec58167f31" providerId="ADAL" clId="{23939004-4BEA-E94A-9202-09550F7427AA}" dt="2026-06-24T21:17:48.368" v="1268" actId="1076"/>
          <ac:spMkLst>
            <pc:docMk/>
            <pc:sldMk cId="2363296423" sldId="277"/>
            <ac:spMk id="6" creationId="{255F949C-CF45-E639-0CDE-2B590361665A}"/>
          </ac:spMkLst>
        </pc:spChg>
      </pc:sldChg>
      <pc:sldChg chg="addSp delSp modSp new mo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3222590875" sldId="278"/>
        </pc:sldMkLst>
        <pc:spChg chg="del mod">
          <ac:chgData name="GEORGIOS BOUFIS" userId="c8bff13f-86c0-43b4-ace1-70ec58167f31" providerId="ADAL" clId="{23939004-4BEA-E94A-9202-09550F7427AA}" dt="2026-06-24T21:33:48.416" v="1311" actId="478"/>
          <ac:spMkLst>
            <pc:docMk/>
            <pc:sldMk cId="3222590875" sldId="278"/>
            <ac:spMk id="2" creationId="{96917186-86E4-29AA-09D0-32C1A5109AC5}"/>
          </ac:spMkLst>
        </pc:spChg>
        <pc:spChg chg="del">
          <ac:chgData name="GEORGIOS BOUFIS" userId="c8bff13f-86c0-43b4-ace1-70ec58167f31" providerId="ADAL" clId="{23939004-4BEA-E94A-9202-09550F7427AA}" dt="2026-06-24T21:33:39.573" v="1308"/>
          <ac:spMkLst>
            <pc:docMk/>
            <pc:sldMk cId="3222590875" sldId="278"/>
            <ac:spMk id="3" creationId="{A405565B-623A-989E-C8EF-BEE6F541D51C}"/>
          </ac:spMkLst>
        </pc:spChg>
        <pc:spChg chg="add del mod">
          <ac:chgData name="GEORGIOS BOUFIS" userId="c8bff13f-86c0-43b4-ace1-70ec58167f31" providerId="ADAL" clId="{23939004-4BEA-E94A-9202-09550F7427AA}" dt="2026-06-24T21:35:06.922" v="1318"/>
          <ac:spMkLst>
            <pc:docMk/>
            <pc:sldMk cId="3222590875" sldId="278"/>
            <ac:spMk id="7" creationId="{EC8D145B-0A3E-7CE7-BA5C-BF593ABD0173}"/>
          </ac:spMkLst>
        </pc:spChg>
        <pc:picChg chg="add del mod">
          <ac:chgData name="GEORGIOS BOUFIS" userId="c8bff13f-86c0-43b4-ace1-70ec58167f31" providerId="ADAL" clId="{23939004-4BEA-E94A-9202-09550F7427AA}" dt="2026-06-24T21:34:36.395" v="1317" actId="478"/>
          <ac:picMkLst>
            <pc:docMk/>
            <pc:sldMk cId="3222590875" sldId="278"/>
            <ac:picMk id="5" creationId="{42413ADF-C6D2-6B6B-FBEB-7EEE2AF6F746}"/>
          </ac:picMkLst>
        </pc:picChg>
        <pc:picChg chg="add mod">
          <ac:chgData name="GEORGIOS BOUFIS" userId="c8bff13f-86c0-43b4-ace1-70ec58167f31" providerId="ADAL" clId="{23939004-4BEA-E94A-9202-09550F7427AA}" dt="2026-06-24T21:35:17.317" v="1322" actId="14100"/>
          <ac:picMkLst>
            <pc:docMk/>
            <pc:sldMk cId="3222590875" sldId="278"/>
            <ac:picMk id="9" creationId="{DB795090-47CB-4F25-8A2D-4EB63AAEEB66}"/>
          </ac:picMkLst>
        </pc:picChg>
      </pc:sldChg>
      <pc:sldChg chg="addSp delSp modSp new mod modTransition">
        <pc:chgData name="GEORGIOS BOUFIS" userId="c8bff13f-86c0-43b4-ace1-70ec58167f31" providerId="ADAL" clId="{23939004-4BEA-E94A-9202-09550F7427AA}" dt="2026-06-24T21:59:27.594" v="1336"/>
        <pc:sldMkLst>
          <pc:docMk/>
          <pc:sldMk cId="1517611090" sldId="279"/>
        </pc:sldMkLst>
        <pc:spChg chg="del">
          <ac:chgData name="GEORGIOS BOUFIS" userId="c8bff13f-86c0-43b4-ace1-70ec58167f31" providerId="ADAL" clId="{23939004-4BEA-E94A-9202-09550F7427AA}" dt="2026-06-24T21:36:30.320" v="1324" actId="478"/>
          <ac:spMkLst>
            <pc:docMk/>
            <pc:sldMk cId="1517611090" sldId="279"/>
            <ac:spMk id="2" creationId="{A12D9EBD-6D47-C055-4E79-DE2E0B7A109A}"/>
          </ac:spMkLst>
        </pc:spChg>
        <pc:spChg chg="del">
          <ac:chgData name="GEORGIOS BOUFIS" userId="c8bff13f-86c0-43b4-ace1-70ec58167f31" providerId="ADAL" clId="{23939004-4BEA-E94A-9202-09550F7427AA}" dt="2026-06-24T21:36:46.203" v="1325"/>
          <ac:spMkLst>
            <pc:docMk/>
            <pc:sldMk cId="1517611090" sldId="279"/>
            <ac:spMk id="3" creationId="{C29889FE-B73E-3D5E-40C5-F39A62F49F46}"/>
          </ac:spMkLst>
        </pc:spChg>
        <pc:picChg chg="add mod">
          <ac:chgData name="GEORGIOS BOUFIS" userId="c8bff13f-86c0-43b4-ace1-70ec58167f31" providerId="ADAL" clId="{23939004-4BEA-E94A-9202-09550F7427AA}" dt="2026-06-24T21:36:59.953" v="1331" actId="14100"/>
          <ac:picMkLst>
            <pc:docMk/>
            <pc:sldMk cId="1517611090" sldId="279"/>
            <ac:picMk id="5" creationId="{547EFD85-A85E-F0ED-45C1-60441747495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ec.europa.eu/eurostat/databrowser/view/crim_gen__custom_8205385/default/table?lang=en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ec.europa.eu/eurostat/databrowser/view/crim_gen__custom_8205385/default/table?lang=e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6C5B1E-1651-1A44-925C-B4F61DCAB3EE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1842CBB7-207C-524A-ABE0-CE37B61D06E8}">
      <dgm:prSet/>
      <dgm:spPr/>
      <dgm:t>
        <a:bodyPr/>
        <a:lstStyle/>
        <a:p>
          <a:r>
            <a:rPr lang="en-US" dirty="0"/>
            <a:t>This project examines whether recorded crime rates in Greece increased or decreased between 1993 and 2007.</a:t>
          </a:r>
        </a:p>
      </dgm:t>
    </dgm:pt>
    <dgm:pt modelId="{50BF44B9-D0E3-C44B-900E-ED0E4A853627}" type="parTrans" cxnId="{A815B4DB-0ED7-F341-B59E-A5EF8F0F62F4}">
      <dgm:prSet/>
      <dgm:spPr/>
      <dgm:t>
        <a:bodyPr/>
        <a:lstStyle/>
        <a:p>
          <a:endParaRPr lang="en-US"/>
        </a:p>
      </dgm:t>
    </dgm:pt>
    <dgm:pt modelId="{4BB7AB89-AFCD-8440-893B-E03C9F252890}" type="sibTrans" cxnId="{A815B4DB-0ED7-F341-B59E-A5EF8F0F62F4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8CCDC265-2C15-4448-91A6-D50D635A0DCF}">
      <dgm:prSet/>
      <dgm:spPr/>
      <dgm:t>
        <a:bodyPr/>
        <a:lstStyle/>
        <a:p>
          <a:r>
            <a:rPr lang="en-US" dirty="0"/>
            <a:t>Greece’s pattern is compared with the rest of Europe using crime rates per 100,000 inhabitants.</a:t>
          </a:r>
        </a:p>
      </dgm:t>
    </dgm:pt>
    <dgm:pt modelId="{EEAD862E-8840-E649-B928-D8CB9217AED2}" type="parTrans" cxnId="{C175B570-F667-A846-BA1E-6C0E0E8CF000}">
      <dgm:prSet/>
      <dgm:spPr/>
      <dgm:t>
        <a:bodyPr/>
        <a:lstStyle/>
        <a:p>
          <a:endParaRPr lang="en-US"/>
        </a:p>
      </dgm:t>
    </dgm:pt>
    <dgm:pt modelId="{F6590575-E704-D24D-BDDC-BF733E36F051}" type="sibTrans" cxnId="{C175B570-F667-A846-BA1E-6C0E0E8CF000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5BDF5D0D-97A7-AC47-AE6B-E207A951FF0F}">
      <dgm:prSet/>
      <dgm:spPr/>
      <dgm:t>
        <a:bodyPr/>
        <a:lstStyle/>
        <a:p>
          <a:r>
            <a:rPr lang="en-US" dirty="0"/>
            <a:t>The crime data was downloaded from </a:t>
          </a:r>
          <a:r>
            <a:rPr lang="en-US" dirty="0">
              <a:hlinkClick xmlns:r="http://schemas.openxmlformats.org/officeDocument/2006/relationships" r:id="rId1"/>
            </a:rPr>
            <a:t>Eurostat</a:t>
          </a:r>
          <a:r>
            <a:rPr lang="en-US" dirty="0"/>
            <a:t>, and the static visualizations were created using Python.</a:t>
          </a:r>
        </a:p>
      </dgm:t>
    </dgm:pt>
    <dgm:pt modelId="{DF871374-FA04-1443-AD6D-6A3F6F889ABA}" type="parTrans" cxnId="{B85DAB3A-024F-1C45-895F-8B0EC758B16F}">
      <dgm:prSet/>
      <dgm:spPr/>
      <dgm:t>
        <a:bodyPr/>
        <a:lstStyle/>
        <a:p>
          <a:endParaRPr lang="en-US"/>
        </a:p>
      </dgm:t>
    </dgm:pt>
    <dgm:pt modelId="{2DE4D394-246D-564C-92E8-B24B400B82DB}" type="sibTrans" cxnId="{B85DAB3A-024F-1C45-895F-8B0EC758B16F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095BAB2B-71AF-9C48-B335-1EFC9FA1AE3D}" type="pres">
      <dgm:prSet presAssocID="{096C5B1E-1651-1A44-925C-B4F61DCAB3EE}" presName="Name0" presStyleCnt="0">
        <dgm:presLayoutVars>
          <dgm:animLvl val="lvl"/>
          <dgm:resizeHandles val="exact"/>
        </dgm:presLayoutVars>
      </dgm:prSet>
      <dgm:spPr/>
    </dgm:pt>
    <dgm:pt modelId="{81EE97F9-F80C-E742-B0C9-0721EE4BA987}" type="pres">
      <dgm:prSet presAssocID="{1842CBB7-207C-524A-ABE0-CE37B61D06E8}" presName="compositeNode" presStyleCnt="0">
        <dgm:presLayoutVars>
          <dgm:bulletEnabled val="1"/>
        </dgm:presLayoutVars>
      </dgm:prSet>
      <dgm:spPr/>
    </dgm:pt>
    <dgm:pt modelId="{FE7DFAF2-18FD-BA4B-9776-ABD5F25075EF}" type="pres">
      <dgm:prSet presAssocID="{1842CBB7-207C-524A-ABE0-CE37B61D06E8}" presName="bgRect" presStyleLbl="alignNode1" presStyleIdx="0" presStyleCnt="3"/>
      <dgm:spPr/>
    </dgm:pt>
    <dgm:pt modelId="{CBC78D67-AD2B-7844-9064-1D0719CEB2F9}" type="pres">
      <dgm:prSet presAssocID="{4BB7AB89-AFCD-8440-893B-E03C9F2528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294277D4-B44E-CA4A-B304-901D092863D0}" type="pres">
      <dgm:prSet presAssocID="{1842CBB7-207C-524A-ABE0-CE37B61D06E8}" presName="nodeRect" presStyleLbl="alignNode1" presStyleIdx="0" presStyleCnt="3">
        <dgm:presLayoutVars>
          <dgm:bulletEnabled val="1"/>
        </dgm:presLayoutVars>
      </dgm:prSet>
      <dgm:spPr/>
    </dgm:pt>
    <dgm:pt modelId="{C468433D-56EF-5C42-902F-A930A19BF731}" type="pres">
      <dgm:prSet presAssocID="{4BB7AB89-AFCD-8440-893B-E03C9F252890}" presName="sibTrans" presStyleCnt="0"/>
      <dgm:spPr/>
    </dgm:pt>
    <dgm:pt modelId="{4C3BA96D-256C-9043-B0A5-EA0462513F28}" type="pres">
      <dgm:prSet presAssocID="{8CCDC265-2C15-4448-91A6-D50D635A0DCF}" presName="compositeNode" presStyleCnt="0">
        <dgm:presLayoutVars>
          <dgm:bulletEnabled val="1"/>
        </dgm:presLayoutVars>
      </dgm:prSet>
      <dgm:spPr/>
    </dgm:pt>
    <dgm:pt modelId="{7801C9B4-776F-874F-A2AA-155B2230D73A}" type="pres">
      <dgm:prSet presAssocID="{8CCDC265-2C15-4448-91A6-D50D635A0DCF}" presName="bgRect" presStyleLbl="alignNode1" presStyleIdx="1" presStyleCnt="3"/>
      <dgm:spPr/>
    </dgm:pt>
    <dgm:pt modelId="{A929A49B-C626-E64D-8EDF-0066080742D5}" type="pres">
      <dgm:prSet presAssocID="{F6590575-E704-D24D-BDDC-BF733E36F051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DC851FF-FB8F-AF45-84CF-E5F3EF355D2D}" type="pres">
      <dgm:prSet presAssocID="{8CCDC265-2C15-4448-91A6-D50D635A0DCF}" presName="nodeRect" presStyleLbl="alignNode1" presStyleIdx="1" presStyleCnt="3">
        <dgm:presLayoutVars>
          <dgm:bulletEnabled val="1"/>
        </dgm:presLayoutVars>
      </dgm:prSet>
      <dgm:spPr/>
    </dgm:pt>
    <dgm:pt modelId="{1736DE5A-2E92-1444-BB60-03E94B558ED7}" type="pres">
      <dgm:prSet presAssocID="{F6590575-E704-D24D-BDDC-BF733E36F051}" presName="sibTrans" presStyleCnt="0"/>
      <dgm:spPr/>
    </dgm:pt>
    <dgm:pt modelId="{4A877D93-471E-B849-9BF8-FA7C4C08480E}" type="pres">
      <dgm:prSet presAssocID="{5BDF5D0D-97A7-AC47-AE6B-E207A951FF0F}" presName="compositeNode" presStyleCnt="0">
        <dgm:presLayoutVars>
          <dgm:bulletEnabled val="1"/>
        </dgm:presLayoutVars>
      </dgm:prSet>
      <dgm:spPr/>
    </dgm:pt>
    <dgm:pt modelId="{C66BE816-AC60-5742-B2C4-50F37081AA96}" type="pres">
      <dgm:prSet presAssocID="{5BDF5D0D-97A7-AC47-AE6B-E207A951FF0F}" presName="bgRect" presStyleLbl="alignNode1" presStyleIdx="2" presStyleCnt="3"/>
      <dgm:spPr/>
    </dgm:pt>
    <dgm:pt modelId="{FF4EE637-6B84-1142-81D1-B893FB9E3E3E}" type="pres">
      <dgm:prSet presAssocID="{2DE4D394-246D-564C-92E8-B24B400B82DB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F4AED407-ECD5-B045-AAA4-425D7FF395F8}" type="pres">
      <dgm:prSet presAssocID="{5BDF5D0D-97A7-AC47-AE6B-E207A951FF0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61F61F-BD5F-994C-83DA-B86B31F9E9D4}" type="presOf" srcId="{5BDF5D0D-97A7-AC47-AE6B-E207A951FF0F}" destId="{C66BE816-AC60-5742-B2C4-50F37081AA96}" srcOrd="0" destOrd="0" presId="urn:microsoft.com/office/officeart/2016/7/layout/LinearBlockProcessNumbered"/>
    <dgm:cxn modelId="{BA08F221-B43F-D249-A31F-4094EB7AD364}" type="presOf" srcId="{8CCDC265-2C15-4448-91A6-D50D635A0DCF}" destId="{7DC851FF-FB8F-AF45-84CF-E5F3EF355D2D}" srcOrd="1" destOrd="0" presId="urn:microsoft.com/office/officeart/2016/7/layout/LinearBlockProcessNumbered"/>
    <dgm:cxn modelId="{B85DAB3A-024F-1C45-895F-8B0EC758B16F}" srcId="{096C5B1E-1651-1A44-925C-B4F61DCAB3EE}" destId="{5BDF5D0D-97A7-AC47-AE6B-E207A951FF0F}" srcOrd="2" destOrd="0" parTransId="{DF871374-FA04-1443-AD6D-6A3F6F889ABA}" sibTransId="{2DE4D394-246D-564C-92E8-B24B400B82DB}"/>
    <dgm:cxn modelId="{FD46E751-B768-8644-ACB0-D6914D678586}" type="presOf" srcId="{F6590575-E704-D24D-BDDC-BF733E36F051}" destId="{A929A49B-C626-E64D-8EDF-0066080742D5}" srcOrd="0" destOrd="0" presId="urn:microsoft.com/office/officeart/2016/7/layout/LinearBlockProcessNumbered"/>
    <dgm:cxn modelId="{C175B570-F667-A846-BA1E-6C0E0E8CF000}" srcId="{096C5B1E-1651-1A44-925C-B4F61DCAB3EE}" destId="{8CCDC265-2C15-4448-91A6-D50D635A0DCF}" srcOrd="1" destOrd="0" parTransId="{EEAD862E-8840-E649-B928-D8CB9217AED2}" sibTransId="{F6590575-E704-D24D-BDDC-BF733E36F051}"/>
    <dgm:cxn modelId="{CD48B971-59DB-6248-81C1-2078091DC2D1}" type="presOf" srcId="{4BB7AB89-AFCD-8440-893B-E03C9F252890}" destId="{CBC78D67-AD2B-7844-9064-1D0719CEB2F9}" srcOrd="0" destOrd="0" presId="urn:microsoft.com/office/officeart/2016/7/layout/LinearBlockProcessNumbered"/>
    <dgm:cxn modelId="{0350DF9D-E0C6-544A-A4C3-AF6B323E324D}" type="presOf" srcId="{5BDF5D0D-97A7-AC47-AE6B-E207A951FF0F}" destId="{F4AED407-ECD5-B045-AAA4-425D7FF395F8}" srcOrd="1" destOrd="0" presId="urn:microsoft.com/office/officeart/2016/7/layout/LinearBlockProcessNumbered"/>
    <dgm:cxn modelId="{0FF68AB1-579A-5742-8607-F82CDA40C60B}" type="presOf" srcId="{1842CBB7-207C-524A-ABE0-CE37B61D06E8}" destId="{294277D4-B44E-CA4A-B304-901D092863D0}" srcOrd="1" destOrd="0" presId="urn:microsoft.com/office/officeart/2016/7/layout/LinearBlockProcessNumbered"/>
    <dgm:cxn modelId="{E5A99CB7-84A2-C648-9BA5-238A20C0D220}" type="presOf" srcId="{8CCDC265-2C15-4448-91A6-D50D635A0DCF}" destId="{7801C9B4-776F-874F-A2AA-155B2230D73A}" srcOrd="0" destOrd="0" presId="urn:microsoft.com/office/officeart/2016/7/layout/LinearBlockProcessNumbered"/>
    <dgm:cxn modelId="{6F95AAC6-D039-994A-89C6-4E9DDC7F39FE}" type="presOf" srcId="{2DE4D394-246D-564C-92E8-B24B400B82DB}" destId="{FF4EE637-6B84-1142-81D1-B893FB9E3E3E}" srcOrd="0" destOrd="0" presId="urn:microsoft.com/office/officeart/2016/7/layout/LinearBlockProcessNumbered"/>
    <dgm:cxn modelId="{67860FD0-3A27-114E-AF1F-5FF0D7C16A1F}" type="presOf" srcId="{096C5B1E-1651-1A44-925C-B4F61DCAB3EE}" destId="{095BAB2B-71AF-9C48-B335-1EFC9FA1AE3D}" srcOrd="0" destOrd="0" presId="urn:microsoft.com/office/officeart/2016/7/layout/LinearBlockProcessNumbered"/>
    <dgm:cxn modelId="{25E388DB-D608-7F4B-AC51-37AD9DE06A8A}" type="presOf" srcId="{1842CBB7-207C-524A-ABE0-CE37B61D06E8}" destId="{FE7DFAF2-18FD-BA4B-9776-ABD5F25075EF}" srcOrd="0" destOrd="0" presId="urn:microsoft.com/office/officeart/2016/7/layout/LinearBlockProcessNumbered"/>
    <dgm:cxn modelId="{A815B4DB-0ED7-F341-B59E-A5EF8F0F62F4}" srcId="{096C5B1E-1651-1A44-925C-B4F61DCAB3EE}" destId="{1842CBB7-207C-524A-ABE0-CE37B61D06E8}" srcOrd="0" destOrd="0" parTransId="{50BF44B9-D0E3-C44B-900E-ED0E4A853627}" sibTransId="{4BB7AB89-AFCD-8440-893B-E03C9F252890}"/>
    <dgm:cxn modelId="{5C7E53D0-7BB4-F24D-A320-7680C026FD4A}" type="presParOf" srcId="{095BAB2B-71AF-9C48-B335-1EFC9FA1AE3D}" destId="{81EE97F9-F80C-E742-B0C9-0721EE4BA987}" srcOrd="0" destOrd="0" presId="urn:microsoft.com/office/officeart/2016/7/layout/LinearBlockProcessNumbered"/>
    <dgm:cxn modelId="{46762CF3-04B3-E647-A889-3AB311465C87}" type="presParOf" srcId="{81EE97F9-F80C-E742-B0C9-0721EE4BA987}" destId="{FE7DFAF2-18FD-BA4B-9776-ABD5F25075EF}" srcOrd="0" destOrd="0" presId="urn:microsoft.com/office/officeart/2016/7/layout/LinearBlockProcessNumbered"/>
    <dgm:cxn modelId="{31754C7A-505C-7440-9330-BC4328D30A28}" type="presParOf" srcId="{81EE97F9-F80C-E742-B0C9-0721EE4BA987}" destId="{CBC78D67-AD2B-7844-9064-1D0719CEB2F9}" srcOrd="1" destOrd="0" presId="urn:microsoft.com/office/officeart/2016/7/layout/LinearBlockProcessNumbered"/>
    <dgm:cxn modelId="{A3155D7F-B06B-6449-9470-9A2AFB5533F5}" type="presParOf" srcId="{81EE97F9-F80C-E742-B0C9-0721EE4BA987}" destId="{294277D4-B44E-CA4A-B304-901D092863D0}" srcOrd="2" destOrd="0" presId="urn:microsoft.com/office/officeart/2016/7/layout/LinearBlockProcessNumbered"/>
    <dgm:cxn modelId="{02C5B591-B93D-5C49-84A1-49B24C91E372}" type="presParOf" srcId="{095BAB2B-71AF-9C48-B335-1EFC9FA1AE3D}" destId="{C468433D-56EF-5C42-902F-A930A19BF731}" srcOrd="1" destOrd="0" presId="urn:microsoft.com/office/officeart/2016/7/layout/LinearBlockProcessNumbered"/>
    <dgm:cxn modelId="{BA065F1B-B6E5-9E4E-ACC1-37C424DCC042}" type="presParOf" srcId="{095BAB2B-71AF-9C48-B335-1EFC9FA1AE3D}" destId="{4C3BA96D-256C-9043-B0A5-EA0462513F28}" srcOrd="2" destOrd="0" presId="urn:microsoft.com/office/officeart/2016/7/layout/LinearBlockProcessNumbered"/>
    <dgm:cxn modelId="{635AF76B-D30C-0348-A568-FC6F17EAE138}" type="presParOf" srcId="{4C3BA96D-256C-9043-B0A5-EA0462513F28}" destId="{7801C9B4-776F-874F-A2AA-155B2230D73A}" srcOrd="0" destOrd="0" presId="urn:microsoft.com/office/officeart/2016/7/layout/LinearBlockProcessNumbered"/>
    <dgm:cxn modelId="{439AAC59-EBBC-954F-9CF0-D61863E80B3C}" type="presParOf" srcId="{4C3BA96D-256C-9043-B0A5-EA0462513F28}" destId="{A929A49B-C626-E64D-8EDF-0066080742D5}" srcOrd="1" destOrd="0" presId="urn:microsoft.com/office/officeart/2016/7/layout/LinearBlockProcessNumbered"/>
    <dgm:cxn modelId="{CB4254C6-CA1C-9043-922A-62B6CF3A0B5A}" type="presParOf" srcId="{4C3BA96D-256C-9043-B0A5-EA0462513F28}" destId="{7DC851FF-FB8F-AF45-84CF-E5F3EF355D2D}" srcOrd="2" destOrd="0" presId="urn:microsoft.com/office/officeart/2016/7/layout/LinearBlockProcessNumbered"/>
    <dgm:cxn modelId="{8977FDF3-FB54-0748-9862-4782329CF102}" type="presParOf" srcId="{095BAB2B-71AF-9C48-B335-1EFC9FA1AE3D}" destId="{1736DE5A-2E92-1444-BB60-03E94B558ED7}" srcOrd="3" destOrd="0" presId="urn:microsoft.com/office/officeart/2016/7/layout/LinearBlockProcessNumbered"/>
    <dgm:cxn modelId="{D1AD6A42-A40B-F84C-90A2-47EF76AA3A69}" type="presParOf" srcId="{095BAB2B-71AF-9C48-B335-1EFC9FA1AE3D}" destId="{4A877D93-471E-B849-9BF8-FA7C4C08480E}" srcOrd="4" destOrd="0" presId="urn:microsoft.com/office/officeart/2016/7/layout/LinearBlockProcessNumbered"/>
    <dgm:cxn modelId="{8A551DEB-AEB3-234D-AC6E-805CAF892F3C}" type="presParOf" srcId="{4A877D93-471E-B849-9BF8-FA7C4C08480E}" destId="{C66BE816-AC60-5742-B2C4-50F37081AA96}" srcOrd="0" destOrd="0" presId="urn:microsoft.com/office/officeart/2016/7/layout/LinearBlockProcessNumbered"/>
    <dgm:cxn modelId="{5313896C-FDF9-1047-AAD8-4324B11A89C0}" type="presParOf" srcId="{4A877D93-471E-B849-9BF8-FA7C4C08480E}" destId="{FF4EE637-6B84-1142-81D1-B893FB9E3E3E}" srcOrd="1" destOrd="0" presId="urn:microsoft.com/office/officeart/2016/7/layout/LinearBlockProcessNumbered"/>
    <dgm:cxn modelId="{347D2632-6966-154F-BE48-B19353103FD1}" type="presParOf" srcId="{4A877D93-471E-B849-9BF8-FA7C4C08480E}" destId="{F4AED407-ECD5-B045-AAA4-425D7FF395F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6CA26E-A8F1-8646-AD85-DDB07CC8CE94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9C0579-E11E-A144-895C-4891D16143E7}">
      <dgm:prSet/>
      <dgm:spPr/>
      <dgm:t>
        <a:bodyPr/>
        <a:lstStyle/>
        <a:p>
          <a:r>
            <a:rPr lang="en-US"/>
            <a:t>Period examined: 1993-2007</a:t>
          </a:r>
        </a:p>
      </dgm:t>
    </dgm:pt>
    <dgm:pt modelId="{64C4EC26-AB6C-3B4F-BA8C-61E57DB0955F}" type="parTrans" cxnId="{8318E5D5-8140-5F49-A97A-1F1B486141B6}">
      <dgm:prSet/>
      <dgm:spPr/>
      <dgm:t>
        <a:bodyPr/>
        <a:lstStyle/>
        <a:p>
          <a:endParaRPr lang="en-US"/>
        </a:p>
      </dgm:t>
    </dgm:pt>
    <dgm:pt modelId="{D0A77672-1344-C547-84F6-1CE5B3716DCD}" type="sibTrans" cxnId="{8318E5D5-8140-5F49-A97A-1F1B486141B6}">
      <dgm:prSet/>
      <dgm:spPr/>
      <dgm:t>
        <a:bodyPr/>
        <a:lstStyle/>
        <a:p>
          <a:endParaRPr lang="en-US"/>
        </a:p>
      </dgm:t>
    </dgm:pt>
    <dgm:pt modelId="{81545C95-A841-F342-9C88-C6DA1AB45DA1}">
      <dgm:prSet/>
      <dgm:spPr/>
      <dgm:t>
        <a:bodyPr/>
        <a:lstStyle/>
        <a:p>
          <a:r>
            <a:rPr lang="en-US"/>
            <a:t>Focus: Greece’s crime trend compared with Europe</a:t>
          </a:r>
        </a:p>
      </dgm:t>
    </dgm:pt>
    <dgm:pt modelId="{1BC2857F-6D34-D049-BF3F-AF430537CFFB}" type="parTrans" cxnId="{97991678-4B64-2741-BDF0-86EA6BD6AA5E}">
      <dgm:prSet/>
      <dgm:spPr/>
      <dgm:t>
        <a:bodyPr/>
        <a:lstStyle/>
        <a:p>
          <a:endParaRPr lang="en-US"/>
        </a:p>
      </dgm:t>
    </dgm:pt>
    <dgm:pt modelId="{A8EBA6C1-0DCF-C84E-AE86-04EE5FA824AF}" type="sibTrans" cxnId="{97991678-4B64-2741-BDF0-86EA6BD6AA5E}">
      <dgm:prSet/>
      <dgm:spPr/>
      <dgm:t>
        <a:bodyPr/>
        <a:lstStyle/>
        <a:p>
          <a:endParaRPr lang="en-US"/>
        </a:p>
      </dgm:t>
    </dgm:pt>
    <dgm:pt modelId="{BA1EDAB8-0CF5-1B49-BED3-FE3D86DAB09A}">
      <dgm:prSet/>
      <dgm:spPr/>
      <dgm:t>
        <a:bodyPr/>
        <a:lstStyle/>
        <a:p>
          <a:r>
            <a:rPr lang="en-US"/>
            <a:t>Metric used: crime rate per 100,000 inhabitants</a:t>
          </a:r>
        </a:p>
      </dgm:t>
    </dgm:pt>
    <dgm:pt modelId="{BE10E44D-BA64-0140-8146-CB15D8A58F8A}" type="parTrans" cxnId="{9B01DC11-654B-554C-BA04-6BFEE773A1BA}">
      <dgm:prSet/>
      <dgm:spPr/>
      <dgm:t>
        <a:bodyPr/>
        <a:lstStyle/>
        <a:p>
          <a:endParaRPr lang="en-US"/>
        </a:p>
      </dgm:t>
    </dgm:pt>
    <dgm:pt modelId="{1EAD049B-A31F-A145-BC64-AA39DD3F4EAD}" type="sibTrans" cxnId="{9B01DC11-654B-554C-BA04-6BFEE773A1BA}">
      <dgm:prSet/>
      <dgm:spPr/>
      <dgm:t>
        <a:bodyPr/>
        <a:lstStyle/>
        <a:p>
          <a:endParaRPr lang="en-US"/>
        </a:p>
      </dgm:t>
    </dgm:pt>
    <dgm:pt modelId="{39CC7719-5B84-AA49-B1EB-21434AFDC6B5}">
      <dgm:prSet/>
      <dgm:spPr/>
      <dgm:t>
        <a:bodyPr/>
        <a:lstStyle/>
        <a:p>
          <a:r>
            <a:rPr lang="en-US"/>
            <a:t>Population data was used to make comparisons fair across countries and years.</a:t>
          </a:r>
        </a:p>
      </dgm:t>
    </dgm:pt>
    <dgm:pt modelId="{4044EEC9-24BB-3A4E-B333-56B8A4214319}" type="parTrans" cxnId="{A256F9C7-826F-F64C-9BFA-A1DF2F44AC00}">
      <dgm:prSet/>
      <dgm:spPr/>
      <dgm:t>
        <a:bodyPr/>
        <a:lstStyle/>
        <a:p>
          <a:endParaRPr lang="en-US"/>
        </a:p>
      </dgm:t>
    </dgm:pt>
    <dgm:pt modelId="{32439C44-8972-B745-8CC6-28AA2035F385}" type="sibTrans" cxnId="{A256F9C7-826F-F64C-9BFA-A1DF2F44AC00}">
      <dgm:prSet/>
      <dgm:spPr/>
      <dgm:t>
        <a:bodyPr/>
        <a:lstStyle/>
        <a:p>
          <a:endParaRPr lang="en-US"/>
        </a:p>
      </dgm:t>
    </dgm:pt>
    <dgm:pt modelId="{DEE215B6-69D3-764D-8FE6-F013E81FD3FC}" type="pres">
      <dgm:prSet presAssocID="{5B6CA26E-A8F1-8646-AD85-DDB07CC8CE94}" presName="Name0" presStyleCnt="0">
        <dgm:presLayoutVars>
          <dgm:dir/>
          <dgm:resizeHandles val="exact"/>
        </dgm:presLayoutVars>
      </dgm:prSet>
      <dgm:spPr/>
    </dgm:pt>
    <dgm:pt modelId="{E0449032-AC94-3E4C-BB9C-11B431302902}" type="pres">
      <dgm:prSet presAssocID="{269C0579-E11E-A144-895C-4891D16143E7}" presName="node" presStyleLbl="node1" presStyleIdx="0" presStyleCnt="4">
        <dgm:presLayoutVars>
          <dgm:bulletEnabled val="1"/>
        </dgm:presLayoutVars>
      </dgm:prSet>
      <dgm:spPr/>
    </dgm:pt>
    <dgm:pt modelId="{9165F1AD-AC15-0544-9C2A-A17366C10CC5}" type="pres">
      <dgm:prSet presAssocID="{D0A77672-1344-C547-84F6-1CE5B3716DCD}" presName="sibTrans" presStyleCnt="0"/>
      <dgm:spPr/>
    </dgm:pt>
    <dgm:pt modelId="{BAFC1C38-4A25-D246-A5D0-DE9C8CC22926}" type="pres">
      <dgm:prSet presAssocID="{81545C95-A841-F342-9C88-C6DA1AB45DA1}" presName="node" presStyleLbl="node1" presStyleIdx="1" presStyleCnt="4">
        <dgm:presLayoutVars>
          <dgm:bulletEnabled val="1"/>
        </dgm:presLayoutVars>
      </dgm:prSet>
      <dgm:spPr/>
    </dgm:pt>
    <dgm:pt modelId="{CA053B83-AAEA-4B4D-8868-8BA95DE38162}" type="pres">
      <dgm:prSet presAssocID="{A8EBA6C1-0DCF-C84E-AE86-04EE5FA824AF}" presName="sibTrans" presStyleCnt="0"/>
      <dgm:spPr/>
    </dgm:pt>
    <dgm:pt modelId="{962306ED-23E2-224E-857D-4F90E9F05D48}" type="pres">
      <dgm:prSet presAssocID="{BA1EDAB8-0CF5-1B49-BED3-FE3D86DAB09A}" presName="node" presStyleLbl="node1" presStyleIdx="2" presStyleCnt="4">
        <dgm:presLayoutVars>
          <dgm:bulletEnabled val="1"/>
        </dgm:presLayoutVars>
      </dgm:prSet>
      <dgm:spPr/>
    </dgm:pt>
    <dgm:pt modelId="{A0E69C43-60D3-DF47-B2B7-18CBBC7EA24E}" type="pres">
      <dgm:prSet presAssocID="{1EAD049B-A31F-A145-BC64-AA39DD3F4EAD}" presName="sibTrans" presStyleCnt="0"/>
      <dgm:spPr/>
    </dgm:pt>
    <dgm:pt modelId="{5C1B49CB-5C6D-7042-B3E7-22ADD93AAAC1}" type="pres">
      <dgm:prSet presAssocID="{39CC7719-5B84-AA49-B1EB-21434AFDC6B5}" presName="node" presStyleLbl="node1" presStyleIdx="3" presStyleCnt="4">
        <dgm:presLayoutVars>
          <dgm:bulletEnabled val="1"/>
        </dgm:presLayoutVars>
      </dgm:prSet>
      <dgm:spPr/>
    </dgm:pt>
  </dgm:ptLst>
  <dgm:cxnLst>
    <dgm:cxn modelId="{B7FD240D-CCB3-7042-9B94-0446BE41D38D}" type="presOf" srcId="{81545C95-A841-F342-9C88-C6DA1AB45DA1}" destId="{BAFC1C38-4A25-D246-A5D0-DE9C8CC22926}" srcOrd="0" destOrd="0" presId="urn:microsoft.com/office/officeart/2005/8/layout/hList6"/>
    <dgm:cxn modelId="{9B01DC11-654B-554C-BA04-6BFEE773A1BA}" srcId="{5B6CA26E-A8F1-8646-AD85-DDB07CC8CE94}" destId="{BA1EDAB8-0CF5-1B49-BED3-FE3D86DAB09A}" srcOrd="2" destOrd="0" parTransId="{BE10E44D-BA64-0140-8146-CB15D8A58F8A}" sibTransId="{1EAD049B-A31F-A145-BC64-AA39DD3F4EAD}"/>
    <dgm:cxn modelId="{9B15A92C-D8F3-DB4A-94D5-01FC8E93B701}" type="presOf" srcId="{269C0579-E11E-A144-895C-4891D16143E7}" destId="{E0449032-AC94-3E4C-BB9C-11B431302902}" srcOrd="0" destOrd="0" presId="urn:microsoft.com/office/officeart/2005/8/layout/hList6"/>
    <dgm:cxn modelId="{11098A30-A1BE-AC42-9AD4-5AA9A940BF44}" type="presOf" srcId="{5B6CA26E-A8F1-8646-AD85-DDB07CC8CE94}" destId="{DEE215B6-69D3-764D-8FE6-F013E81FD3FC}" srcOrd="0" destOrd="0" presId="urn:microsoft.com/office/officeart/2005/8/layout/hList6"/>
    <dgm:cxn modelId="{9B1E2141-21DB-DC43-A394-30C55F74178C}" type="presOf" srcId="{39CC7719-5B84-AA49-B1EB-21434AFDC6B5}" destId="{5C1B49CB-5C6D-7042-B3E7-22ADD93AAAC1}" srcOrd="0" destOrd="0" presId="urn:microsoft.com/office/officeart/2005/8/layout/hList6"/>
    <dgm:cxn modelId="{97991678-4B64-2741-BDF0-86EA6BD6AA5E}" srcId="{5B6CA26E-A8F1-8646-AD85-DDB07CC8CE94}" destId="{81545C95-A841-F342-9C88-C6DA1AB45DA1}" srcOrd="1" destOrd="0" parTransId="{1BC2857F-6D34-D049-BF3F-AF430537CFFB}" sibTransId="{A8EBA6C1-0DCF-C84E-AE86-04EE5FA824AF}"/>
    <dgm:cxn modelId="{A256F9C7-826F-F64C-9BFA-A1DF2F44AC00}" srcId="{5B6CA26E-A8F1-8646-AD85-DDB07CC8CE94}" destId="{39CC7719-5B84-AA49-B1EB-21434AFDC6B5}" srcOrd="3" destOrd="0" parTransId="{4044EEC9-24BB-3A4E-B333-56B8A4214319}" sibTransId="{32439C44-8972-B745-8CC6-28AA2035F385}"/>
    <dgm:cxn modelId="{8318E5D5-8140-5F49-A97A-1F1B486141B6}" srcId="{5B6CA26E-A8F1-8646-AD85-DDB07CC8CE94}" destId="{269C0579-E11E-A144-895C-4891D16143E7}" srcOrd="0" destOrd="0" parTransId="{64C4EC26-AB6C-3B4F-BA8C-61E57DB0955F}" sibTransId="{D0A77672-1344-C547-84F6-1CE5B3716DCD}"/>
    <dgm:cxn modelId="{5FB41EF3-3FCB-3E4A-B69C-44BE4B6BFAAD}" type="presOf" srcId="{BA1EDAB8-0CF5-1B49-BED3-FE3D86DAB09A}" destId="{962306ED-23E2-224E-857D-4F90E9F05D48}" srcOrd="0" destOrd="0" presId="urn:microsoft.com/office/officeart/2005/8/layout/hList6"/>
    <dgm:cxn modelId="{EEDAEFB5-45BA-9C4F-92F4-573B70507F18}" type="presParOf" srcId="{DEE215B6-69D3-764D-8FE6-F013E81FD3FC}" destId="{E0449032-AC94-3E4C-BB9C-11B431302902}" srcOrd="0" destOrd="0" presId="urn:microsoft.com/office/officeart/2005/8/layout/hList6"/>
    <dgm:cxn modelId="{10BDA572-B044-AA47-BD85-0E6ACAF0AAD1}" type="presParOf" srcId="{DEE215B6-69D3-764D-8FE6-F013E81FD3FC}" destId="{9165F1AD-AC15-0544-9C2A-A17366C10CC5}" srcOrd="1" destOrd="0" presId="urn:microsoft.com/office/officeart/2005/8/layout/hList6"/>
    <dgm:cxn modelId="{C5705FE8-43C0-C048-BA69-F77943B2C53A}" type="presParOf" srcId="{DEE215B6-69D3-764D-8FE6-F013E81FD3FC}" destId="{BAFC1C38-4A25-D246-A5D0-DE9C8CC22926}" srcOrd="2" destOrd="0" presId="urn:microsoft.com/office/officeart/2005/8/layout/hList6"/>
    <dgm:cxn modelId="{DB518283-6001-EB41-A313-EE45A679389D}" type="presParOf" srcId="{DEE215B6-69D3-764D-8FE6-F013E81FD3FC}" destId="{CA053B83-AAEA-4B4D-8868-8BA95DE38162}" srcOrd="3" destOrd="0" presId="urn:microsoft.com/office/officeart/2005/8/layout/hList6"/>
    <dgm:cxn modelId="{07A8CBCE-A8E5-E24A-B61A-8C64564E5B33}" type="presParOf" srcId="{DEE215B6-69D3-764D-8FE6-F013E81FD3FC}" destId="{962306ED-23E2-224E-857D-4F90E9F05D48}" srcOrd="4" destOrd="0" presId="urn:microsoft.com/office/officeart/2005/8/layout/hList6"/>
    <dgm:cxn modelId="{5B0F68B3-881B-B940-82E8-941C002C5F8C}" type="presParOf" srcId="{DEE215B6-69D3-764D-8FE6-F013E81FD3FC}" destId="{A0E69C43-60D3-DF47-B2B7-18CBBC7EA24E}" srcOrd="5" destOrd="0" presId="urn:microsoft.com/office/officeart/2005/8/layout/hList6"/>
    <dgm:cxn modelId="{7D20D59B-2954-5648-831A-E29E39DF935B}" type="presParOf" srcId="{DEE215B6-69D3-764D-8FE6-F013E81FD3FC}" destId="{5C1B49CB-5C6D-7042-B3E7-22ADD93AAAC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31CBD3-DA53-954B-8760-8CAA1C236E7D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5A70AC-8277-024A-906C-623DEE1643C8}">
      <dgm:prSet/>
      <dgm:spPr/>
      <dgm:t>
        <a:bodyPr/>
        <a:lstStyle/>
        <a:p>
          <a:r>
            <a:rPr lang="en-US" dirty="0"/>
            <a:t>Greece remained below the European average in total recorded crime rate.</a:t>
          </a:r>
        </a:p>
      </dgm:t>
    </dgm:pt>
    <dgm:pt modelId="{1113F1A4-5225-E24E-A2D3-11AB35A226B1}" type="parTrans" cxnId="{9FAADD36-B388-0A47-9CD8-3EDF04E01317}">
      <dgm:prSet/>
      <dgm:spPr/>
      <dgm:t>
        <a:bodyPr/>
        <a:lstStyle/>
        <a:p>
          <a:endParaRPr lang="en-US"/>
        </a:p>
      </dgm:t>
    </dgm:pt>
    <dgm:pt modelId="{E7F08ADF-B527-3243-BB54-80A8E38A564B}" type="sibTrans" cxnId="{9FAADD36-B388-0A47-9CD8-3EDF04E01317}">
      <dgm:prSet/>
      <dgm:spPr/>
      <dgm:t>
        <a:bodyPr/>
        <a:lstStyle/>
        <a:p>
          <a:endParaRPr lang="en-US"/>
        </a:p>
      </dgm:t>
    </dgm:pt>
    <dgm:pt modelId="{C3C9FC0D-F99E-6B4D-AE24-550DB1C521EB}">
      <dgm:prSet/>
      <dgm:spPr/>
      <dgm:t>
        <a:bodyPr/>
        <a:lstStyle/>
        <a:p>
          <a:r>
            <a:rPr lang="en-US"/>
            <a:t>Greece was generally in the lower-middle range of European countries, not among the highest recorded crime-rate countries.</a:t>
          </a:r>
        </a:p>
      </dgm:t>
    </dgm:pt>
    <dgm:pt modelId="{09450483-458C-C54C-8490-5A39E49B330E}" type="parTrans" cxnId="{9860860B-7054-8B42-B98B-02C0295650AD}">
      <dgm:prSet/>
      <dgm:spPr/>
      <dgm:t>
        <a:bodyPr/>
        <a:lstStyle/>
        <a:p>
          <a:endParaRPr lang="en-US"/>
        </a:p>
      </dgm:t>
    </dgm:pt>
    <dgm:pt modelId="{3E0ADC22-54EF-1849-A487-9553BFA5A017}" type="sibTrans" cxnId="{9860860B-7054-8B42-B98B-02C0295650AD}">
      <dgm:prSet/>
      <dgm:spPr/>
      <dgm:t>
        <a:bodyPr/>
        <a:lstStyle/>
        <a:p>
          <a:endParaRPr lang="en-US"/>
        </a:p>
      </dgm:t>
    </dgm:pt>
    <dgm:pt modelId="{F91A343F-AEB3-934B-B5D5-AC6E7712A864}">
      <dgm:prSet/>
      <dgm:spPr/>
      <dgm:t>
        <a:bodyPr/>
        <a:lstStyle/>
        <a:p>
          <a:r>
            <a:rPr lang="en-US"/>
            <a:t>Within Greece, burglary was the most common recorded crime type.</a:t>
          </a:r>
        </a:p>
      </dgm:t>
    </dgm:pt>
    <dgm:pt modelId="{73069577-B065-5A43-BDAC-655CDE3FAD7F}" type="parTrans" cxnId="{3D20D421-128D-DA4D-865C-A46ECB291D97}">
      <dgm:prSet/>
      <dgm:spPr/>
      <dgm:t>
        <a:bodyPr/>
        <a:lstStyle/>
        <a:p>
          <a:endParaRPr lang="en-US"/>
        </a:p>
      </dgm:t>
    </dgm:pt>
    <dgm:pt modelId="{B2061864-2FCA-B646-9E37-18F548B6E77D}" type="sibTrans" cxnId="{3D20D421-128D-DA4D-865C-A46ECB291D97}">
      <dgm:prSet/>
      <dgm:spPr/>
      <dgm:t>
        <a:bodyPr/>
        <a:lstStyle/>
        <a:p>
          <a:endParaRPr lang="en-US"/>
        </a:p>
      </dgm:t>
    </dgm:pt>
    <dgm:pt modelId="{A53DA5ED-5B7A-CB4D-96F2-4D5D1252BD89}">
      <dgm:prSet/>
      <dgm:spPr/>
      <dgm:t>
        <a:bodyPr/>
        <a:lstStyle/>
        <a:p>
          <a:r>
            <a:rPr lang="en-US"/>
            <a:t>Drug offences showed the strongest relative increase between 1993 and 2007.</a:t>
          </a:r>
        </a:p>
      </dgm:t>
    </dgm:pt>
    <dgm:pt modelId="{7A1F038B-9F72-2747-971A-A0BB1B78F13A}" type="parTrans" cxnId="{539CE39A-2D64-0D4A-A364-A99A38EB3287}">
      <dgm:prSet/>
      <dgm:spPr/>
      <dgm:t>
        <a:bodyPr/>
        <a:lstStyle/>
        <a:p>
          <a:endParaRPr lang="en-US"/>
        </a:p>
      </dgm:t>
    </dgm:pt>
    <dgm:pt modelId="{9872CDA2-87C6-A348-A2DD-5A04D14EA010}" type="sibTrans" cxnId="{539CE39A-2D64-0D4A-A364-A99A38EB3287}">
      <dgm:prSet/>
      <dgm:spPr/>
      <dgm:t>
        <a:bodyPr/>
        <a:lstStyle/>
        <a:p>
          <a:endParaRPr lang="en-US"/>
        </a:p>
      </dgm:t>
    </dgm:pt>
    <dgm:pt modelId="{B7C8BD21-DA48-B243-9D71-4580E8D00A53}">
      <dgm:prSet/>
      <dgm:spPr/>
      <dgm:t>
        <a:bodyPr/>
        <a:lstStyle/>
        <a:p>
          <a:r>
            <a:rPr lang="en-US"/>
            <a:t>Overall, Greece’s crime profile was closer to medium-profile European countries than to the highest-crime group.</a:t>
          </a:r>
        </a:p>
      </dgm:t>
    </dgm:pt>
    <dgm:pt modelId="{FE3F6B36-A6A2-F84E-9458-6AAECE84576C}" type="parTrans" cxnId="{D7D2E9DC-16BB-C047-995B-24A01256BB45}">
      <dgm:prSet/>
      <dgm:spPr/>
      <dgm:t>
        <a:bodyPr/>
        <a:lstStyle/>
        <a:p>
          <a:endParaRPr lang="en-US"/>
        </a:p>
      </dgm:t>
    </dgm:pt>
    <dgm:pt modelId="{94F80C48-F13F-D446-9691-13CCCDED4466}" type="sibTrans" cxnId="{D7D2E9DC-16BB-C047-995B-24A01256BB45}">
      <dgm:prSet/>
      <dgm:spPr/>
      <dgm:t>
        <a:bodyPr/>
        <a:lstStyle/>
        <a:p>
          <a:endParaRPr lang="en-US"/>
        </a:p>
      </dgm:t>
    </dgm:pt>
    <dgm:pt modelId="{492D0406-CED2-2340-8F66-37522D2D2CBD}" type="pres">
      <dgm:prSet presAssocID="{1831CBD3-DA53-954B-8760-8CAA1C236E7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95A4C3F-2A19-ED40-B1B6-27557C99D27C}" type="pres">
      <dgm:prSet presAssocID="{B15A70AC-8277-024A-906C-623DEE1643C8}" presName="circle1" presStyleLbl="node1" presStyleIdx="0" presStyleCnt="5"/>
      <dgm:spPr/>
    </dgm:pt>
    <dgm:pt modelId="{13F94C32-7EB5-1146-8ED0-6F130CBE17E1}" type="pres">
      <dgm:prSet presAssocID="{B15A70AC-8277-024A-906C-623DEE1643C8}" presName="space" presStyleCnt="0"/>
      <dgm:spPr/>
    </dgm:pt>
    <dgm:pt modelId="{6CC7D97A-8527-0D4E-9036-013CC02DE107}" type="pres">
      <dgm:prSet presAssocID="{B15A70AC-8277-024A-906C-623DEE1643C8}" presName="rect1" presStyleLbl="alignAcc1" presStyleIdx="0" presStyleCnt="5"/>
      <dgm:spPr/>
    </dgm:pt>
    <dgm:pt modelId="{C7CC9668-4456-E64C-A9F7-F9C46A665E96}" type="pres">
      <dgm:prSet presAssocID="{C3C9FC0D-F99E-6B4D-AE24-550DB1C521EB}" presName="vertSpace2" presStyleLbl="node1" presStyleIdx="0" presStyleCnt="5"/>
      <dgm:spPr/>
    </dgm:pt>
    <dgm:pt modelId="{E31822D6-4171-E547-9993-1D8E02A06767}" type="pres">
      <dgm:prSet presAssocID="{C3C9FC0D-F99E-6B4D-AE24-550DB1C521EB}" presName="circle2" presStyleLbl="node1" presStyleIdx="1" presStyleCnt="5"/>
      <dgm:spPr/>
    </dgm:pt>
    <dgm:pt modelId="{FBDC8717-7414-E642-BBBC-0C0D4467616E}" type="pres">
      <dgm:prSet presAssocID="{C3C9FC0D-F99E-6B4D-AE24-550DB1C521EB}" presName="rect2" presStyleLbl="alignAcc1" presStyleIdx="1" presStyleCnt="5"/>
      <dgm:spPr/>
    </dgm:pt>
    <dgm:pt modelId="{D043FD85-E049-F746-BCB9-A879EBB6274C}" type="pres">
      <dgm:prSet presAssocID="{F91A343F-AEB3-934B-B5D5-AC6E7712A864}" presName="vertSpace3" presStyleLbl="node1" presStyleIdx="1" presStyleCnt="5"/>
      <dgm:spPr/>
    </dgm:pt>
    <dgm:pt modelId="{832F6DCF-21FE-F04C-AA69-9D4AAF3C7773}" type="pres">
      <dgm:prSet presAssocID="{F91A343F-AEB3-934B-B5D5-AC6E7712A864}" presName="circle3" presStyleLbl="node1" presStyleIdx="2" presStyleCnt="5"/>
      <dgm:spPr/>
    </dgm:pt>
    <dgm:pt modelId="{A49D570C-B0D7-0F42-948C-53E8B9EE6F00}" type="pres">
      <dgm:prSet presAssocID="{F91A343F-AEB3-934B-B5D5-AC6E7712A864}" presName="rect3" presStyleLbl="alignAcc1" presStyleIdx="2" presStyleCnt="5"/>
      <dgm:spPr/>
    </dgm:pt>
    <dgm:pt modelId="{75AF889E-70C0-8940-BCDE-2D76EED13C57}" type="pres">
      <dgm:prSet presAssocID="{A53DA5ED-5B7A-CB4D-96F2-4D5D1252BD89}" presName="vertSpace4" presStyleLbl="node1" presStyleIdx="2" presStyleCnt="5"/>
      <dgm:spPr/>
    </dgm:pt>
    <dgm:pt modelId="{5FEC8BC2-C5C9-8D44-8A51-DFFDBCE340BE}" type="pres">
      <dgm:prSet presAssocID="{A53DA5ED-5B7A-CB4D-96F2-4D5D1252BD89}" presName="circle4" presStyleLbl="node1" presStyleIdx="3" presStyleCnt="5"/>
      <dgm:spPr/>
    </dgm:pt>
    <dgm:pt modelId="{1E23E6B1-822B-DF46-82C8-2B2F8CA83DE7}" type="pres">
      <dgm:prSet presAssocID="{A53DA5ED-5B7A-CB4D-96F2-4D5D1252BD89}" presName="rect4" presStyleLbl="alignAcc1" presStyleIdx="3" presStyleCnt="5"/>
      <dgm:spPr/>
    </dgm:pt>
    <dgm:pt modelId="{84B9EA68-01B3-FF46-BC8D-7D29D68B42EE}" type="pres">
      <dgm:prSet presAssocID="{B7C8BD21-DA48-B243-9D71-4580E8D00A53}" presName="vertSpace5" presStyleLbl="node1" presStyleIdx="3" presStyleCnt="5"/>
      <dgm:spPr/>
    </dgm:pt>
    <dgm:pt modelId="{7261FBBB-8F2C-664D-A7D8-F292916E35DA}" type="pres">
      <dgm:prSet presAssocID="{B7C8BD21-DA48-B243-9D71-4580E8D00A53}" presName="circle5" presStyleLbl="node1" presStyleIdx="4" presStyleCnt="5"/>
      <dgm:spPr/>
    </dgm:pt>
    <dgm:pt modelId="{75A3D327-FADC-4D4E-9293-C19493A50068}" type="pres">
      <dgm:prSet presAssocID="{B7C8BD21-DA48-B243-9D71-4580E8D00A53}" presName="rect5" presStyleLbl="alignAcc1" presStyleIdx="4" presStyleCnt="5"/>
      <dgm:spPr/>
    </dgm:pt>
    <dgm:pt modelId="{7E912CDD-D06B-834A-AC0C-10BD52F38E20}" type="pres">
      <dgm:prSet presAssocID="{B15A70AC-8277-024A-906C-623DEE1643C8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17563593-C99C-6346-9706-1F7EC8A95A1E}" type="pres">
      <dgm:prSet presAssocID="{C3C9FC0D-F99E-6B4D-AE24-550DB1C521EB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488155AD-5A7D-3B47-9605-4672FCB53068}" type="pres">
      <dgm:prSet presAssocID="{F91A343F-AEB3-934B-B5D5-AC6E7712A864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17B69143-9BE7-C742-A768-66F89B77ACFC}" type="pres">
      <dgm:prSet presAssocID="{A53DA5ED-5B7A-CB4D-96F2-4D5D1252BD89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ED698339-FB75-D747-992C-DD89D70ABDAA}" type="pres">
      <dgm:prSet presAssocID="{B7C8BD21-DA48-B243-9D71-4580E8D00A53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E1CE9E09-DF26-8B44-95C8-0B89D35B4883}" type="presOf" srcId="{A53DA5ED-5B7A-CB4D-96F2-4D5D1252BD89}" destId="{1E23E6B1-822B-DF46-82C8-2B2F8CA83DE7}" srcOrd="0" destOrd="0" presId="urn:microsoft.com/office/officeart/2005/8/layout/target3"/>
    <dgm:cxn modelId="{9860860B-7054-8B42-B98B-02C0295650AD}" srcId="{1831CBD3-DA53-954B-8760-8CAA1C236E7D}" destId="{C3C9FC0D-F99E-6B4D-AE24-550DB1C521EB}" srcOrd="1" destOrd="0" parTransId="{09450483-458C-C54C-8490-5A39E49B330E}" sibTransId="{3E0ADC22-54EF-1849-A487-9553BFA5A017}"/>
    <dgm:cxn modelId="{F1460111-3961-5047-AE82-FEE0139E457B}" type="presOf" srcId="{B7C8BD21-DA48-B243-9D71-4580E8D00A53}" destId="{ED698339-FB75-D747-992C-DD89D70ABDAA}" srcOrd="1" destOrd="0" presId="urn:microsoft.com/office/officeart/2005/8/layout/target3"/>
    <dgm:cxn modelId="{3D20D421-128D-DA4D-865C-A46ECB291D97}" srcId="{1831CBD3-DA53-954B-8760-8CAA1C236E7D}" destId="{F91A343F-AEB3-934B-B5D5-AC6E7712A864}" srcOrd="2" destOrd="0" parTransId="{73069577-B065-5A43-BDAC-655CDE3FAD7F}" sibTransId="{B2061864-2FCA-B646-9E37-18F548B6E77D}"/>
    <dgm:cxn modelId="{9C8FC822-8E49-E349-A144-7D1640AD379F}" type="presOf" srcId="{F91A343F-AEB3-934B-B5D5-AC6E7712A864}" destId="{488155AD-5A7D-3B47-9605-4672FCB53068}" srcOrd="1" destOrd="0" presId="urn:microsoft.com/office/officeart/2005/8/layout/target3"/>
    <dgm:cxn modelId="{9A79FD33-3D1F-B742-880A-22789D0FC987}" type="presOf" srcId="{B15A70AC-8277-024A-906C-623DEE1643C8}" destId="{6CC7D97A-8527-0D4E-9036-013CC02DE107}" srcOrd="0" destOrd="0" presId="urn:microsoft.com/office/officeart/2005/8/layout/target3"/>
    <dgm:cxn modelId="{9FAADD36-B388-0A47-9CD8-3EDF04E01317}" srcId="{1831CBD3-DA53-954B-8760-8CAA1C236E7D}" destId="{B15A70AC-8277-024A-906C-623DEE1643C8}" srcOrd="0" destOrd="0" parTransId="{1113F1A4-5225-E24E-A2D3-11AB35A226B1}" sibTransId="{E7F08ADF-B527-3243-BB54-80A8E38A564B}"/>
    <dgm:cxn modelId="{729B0D3A-9B82-6A41-AF91-2F18D3B8A152}" type="presOf" srcId="{F91A343F-AEB3-934B-B5D5-AC6E7712A864}" destId="{A49D570C-B0D7-0F42-948C-53E8B9EE6F00}" srcOrd="0" destOrd="0" presId="urn:microsoft.com/office/officeart/2005/8/layout/target3"/>
    <dgm:cxn modelId="{D3249A57-A67C-5D44-8A9D-6428A91BAC35}" type="presOf" srcId="{B7C8BD21-DA48-B243-9D71-4580E8D00A53}" destId="{75A3D327-FADC-4D4E-9293-C19493A50068}" srcOrd="0" destOrd="0" presId="urn:microsoft.com/office/officeart/2005/8/layout/target3"/>
    <dgm:cxn modelId="{539CE39A-2D64-0D4A-A364-A99A38EB3287}" srcId="{1831CBD3-DA53-954B-8760-8CAA1C236E7D}" destId="{A53DA5ED-5B7A-CB4D-96F2-4D5D1252BD89}" srcOrd="3" destOrd="0" parTransId="{7A1F038B-9F72-2747-971A-A0BB1B78F13A}" sibTransId="{9872CDA2-87C6-A348-A2DD-5A04D14EA010}"/>
    <dgm:cxn modelId="{BA368BAE-3BB3-B64D-8D1B-400F1F5154C3}" type="presOf" srcId="{C3C9FC0D-F99E-6B4D-AE24-550DB1C521EB}" destId="{FBDC8717-7414-E642-BBBC-0C0D4467616E}" srcOrd="0" destOrd="0" presId="urn:microsoft.com/office/officeart/2005/8/layout/target3"/>
    <dgm:cxn modelId="{C09D5CBB-51C3-7D42-9C02-78A5E93699AE}" type="presOf" srcId="{C3C9FC0D-F99E-6B4D-AE24-550DB1C521EB}" destId="{17563593-C99C-6346-9706-1F7EC8A95A1E}" srcOrd="1" destOrd="0" presId="urn:microsoft.com/office/officeart/2005/8/layout/target3"/>
    <dgm:cxn modelId="{3450C5C0-0DF3-274C-8BE8-E0061FF2693A}" type="presOf" srcId="{1831CBD3-DA53-954B-8760-8CAA1C236E7D}" destId="{492D0406-CED2-2340-8F66-37522D2D2CBD}" srcOrd="0" destOrd="0" presId="urn:microsoft.com/office/officeart/2005/8/layout/target3"/>
    <dgm:cxn modelId="{14B7B5CE-3C7E-5E48-9181-F25BE7D4ABB8}" type="presOf" srcId="{B15A70AC-8277-024A-906C-623DEE1643C8}" destId="{7E912CDD-D06B-834A-AC0C-10BD52F38E20}" srcOrd="1" destOrd="0" presId="urn:microsoft.com/office/officeart/2005/8/layout/target3"/>
    <dgm:cxn modelId="{910CDADC-9554-2944-9385-0CB028D1B3B0}" type="presOf" srcId="{A53DA5ED-5B7A-CB4D-96F2-4D5D1252BD89}" destId="{17B69143-9BE7-C742-A768-66F89B77ACFC}" srcOrd="1" destOrd="0" presId="urn:microsoft.com/office/officeart/2005/8/layout/target3"/>
    <dgm:cxn modelId="{D7D2E9DC-16BB-C047-995B-24A01256BB45}" srcId="{1831CBD3-DA53-954B-8760-8CAA1C236E7D}" destId="{B7C8BD21-DA48-B243-9D71-4580E8D00A53}" srcOrd="4" destOrd="0" parTransId="{FE3F6B36-A6A2-F84E-9458-6AAECE84576C}" sibTransId="{94F80C48-F13F-D446-9691-13CCCDED4466}"/>
    <dgm:cxn modelId="{1886385E-878D-5C49-9290-ADE68EE1865C}" type="presParOf" srcId="{492D0406-CED2-2340-8F66-37522D2D2CBD}" destId="{F95A4C3F-2A19-ED40-B1B6-27557C99D27C}" srcOrd="0" destOrd="0" presId="urn:microsoft.com/office/officeart/2005/8/layout/target3"/>
    <dgm:cxn modelId="{42B6A6FA-B336-A249-B62B-98F31C46C014}" type="presParOf" srcId="{492D0406-CED2-2340-8F66-37522D2D2CBD}" destId="{13F94C32-7EB5-1146-8ED0-6F130CBE17E1}" srcOrd="1" destOrd="0" presId="urn:microsoft.com/office/officeart/2005/8/layout/target3"/>
    <dgm:cxn modelId="{BFCBA08A-7419-9E4B-9455-E2A786FB1FEB}" type="presParOf" srcId="{492D0406-CED2-2340-8F66-37522D2D2CBD}" destId="{6CC7D97A-8527-0D4E-9036-013CC02DE107}" srcOrd="2" destOrd="0" presId="urn:microsoft.com/office/officeart/2005/8/layout/target3"/>
    <dgm:cxn modelId="{2C1738FC-7823-EB4B-BD2D-70E499624581}" type="presParOf" srcId="{492D0406-CED2-2340-8F66-37522D2D2CBD}" destId="{C7CC9668-4456-E64C-A9F7-F9C46A665E96}" srcOrd="3" destOrd="0" presId="urn:microsoft.com/office/officeart/2005/8/layout/target3"/>
    <dgm:cxn modelId="{8D5F294B-6AC7-5640-AF10-EFC50F177107}" type="presParOf" srcId="{492D0406-CED2-2340-8F66-37522D2D2CBD}" destId="{E31822D6-4171-E547-9993-1D8E02A06767}" srcOrd="4" destOrd="0" presId="urn:microsoft.com/office/officeart/2005/8/layout/target3"/>
    <dgm:cxn modelId="{28F6DEA8-C827-AE4B-8D84-98A7381664F9}" type="presParOf" srcId="{492D0406-CED2-2340-8F66-37522D2D2CBD}" destId="{FBDC8717-7414-E642-BBBC-0C0D4467616E}" srcOrd="5" destOrd="0" presId="urn:microsoft.com/office/officeart/2005/8/layout/target3"/>
    <dgm:cxn modelId="{763ECB34-1DD6-BA42-B993-989B1788AC85}" type="presParOf" srcId="{492D0406-CED2-2340-8F66-37522D2D2CBD}" destId="{D043FD85-E049-F746-BCB9-A879EBB6274C}" srcOrd="6" destOrd="0" presId="urn:microsoft.com/office/officeart/2005/8/layout/target3"/>
    <dgm:cxn modelId="{6B441283-92FA-064B-8736-9C1B07918055}" type="presParOf" srcId="{492D0406-CED2-2340-8F66-37522D2D2CBD}" destId="{832F6DCF-21FE-F04C-AA69-9D4AAF3C7773}" srcOrd="7" destOrd="0" presId="urn:microsoft.com/office/officeart/2005/8/layout/target3"/>
    <dgm:cxn modelId="{C41942EE-2A5A-EE49-8B02-67E308673C17}" type="presParOf" srcId="{492D0406-CED2-2340-8F66-37522D2D2CBD}" destId="{A49D570C-B0D7-0F42-948C-53E8B9EE6F00}" srcOrd="8" destOrd="0" presId="urn:microsoft.com/office/officeart/2005/8/layout/target3"/>
    <dgm:cxn modelId="{928CD466-E6E5-1945-B7FA-125E348610C7}" type="presParOf" srcId="{492D0406-CED2-2340-8F66-37522D2D2CBD}" destId="{75AF889E-70C0-8940-BCDE-2D76EED13C57}" srcOrd="9" destOrd="0" presId="urn:microsoft.com/office/officeart/2005/8/layout/target3"/>
    <dgm:cxn modelId="{F9F38912-C594-2C48-94A1-87CB305376CB}" type="presParOf" srcId="{492D0406-CED2-2340-8F66-37522D2D2CBD}" destId="{5FEC8BC2-C5C9-8D44-8A51-DFFDBCE340BE}" srcOrd="10" destOrd="0" presId="urn:microsoft.com/office/officeart/2005/8/layout/target3"/>
    <dgm:cxn modelId="{1AF2C35A-DA3F-4147-B077-3E2A89D413B7}" type="presParOf" srcId="{492D0406-CED2-2340-8F66-37522D2D2CBD}" destId="{1E23E6B1-822B-DF46-82C8-2B2F8CA83DE7}" srcOrd="11" destOrd="0" presId="urn:microsoft.com/office/officeart/2005/8/layout/target3"/>
    <dgm:cxn modelId="{D593EB2A-71EB-6444-8828-4DA098C3DB4B}" type="presParOf" srcId="{492D0406-CED2-2340-8F66-37522D2D2CBD}" destId="{84B9EA68-01B3-FF46-BC8D-7D29D68B42EE}" srcOrd="12" destOrd="0" presId="urn:microsoft.com/office/officeart/2005/8/layout/target3"/>
    <dgm:cxn modelId="{5DAECFCA-96F0-8E42-96D8-737F326F6811}" type="presParOf" srcId="{492D0406-CED2-2340-8F66-37522D2D2CBD}" destId="{7261FBBB-8F2C-664D-A7D8-F292916E35DA}" srcOrd="13" destOrd="0" presId="urn:microsoft.com/office/officeart/2005/8/layout/target3"/>
    <dgm:cxn modelId="{CF27E67D-128F-0542-ACBC-C34E129A2BA1}" type="presParOf" srcId="{492D0406-CED2-2340-8F66-37522D2D2CBD}" destId="{75A3D327-FADC-4D4E-9293-C19493A50068}" srcOrd="14" destOrd="0" presId="urn:microsoft.com/office/officeart/2005/8/layout/target3"/>
    <dgm:cxn modelId="{921F7213-4C88-1B4D-990B-AE9027C3EA8A}" type="presParOf" srcId="{492D0406-CED2-2340-8F66-37522D2D2CBD}" destId="{7E912CDD-D06B-834A-AC0C-10BD52F38E20}" srcOrd="15" destOrd="0" presId="urn:microsoft.com/office/officeart/2005/8/layout/target3"/>
    <dgm:cxn modelId="{697EB71E-FF17-AB41-9046-ED1A368A0ACA}" type="presParOf" srcId="{492D0406-CED2-2340-8F66-37522D2D2CBD}" destId="{17563593-C99C-6346-9706-1F7EC8A95A1E}" srcOrd="16" destOrd="0" presId="urn:microsoft.com/office/officeart/2005/8/layout/target3"/>
    <dgm:cxn modelId="{8B6E7D60-F59B-244D-AA41-AA20546035AD}" type="presParOf" srcId="{492D0406-CED2-2340-8F66-37522D2D2CBD}" destId="{488155AD-5A7D-3B47-9605-4672FCB53068}" srcOrd="17" destOrd="0" presId="urn:microsoft.com/office/officeart/2005/8/layout/target3"/>
    <dgm:cxn modelId="{36FB3821-7D4A-BD45-9787-8DBCCD8BD690}" type="presParOf" srcId="{492D0406-CED2-2340-8F66-37522D2D2CBD}" destId="{17B69143-9BE7-C742-A768-66F89B77ACFC}" srcOrd="18" destOrd="0" presId="urn:microsoft.com/office/officeart/2005/8/layout/target3"/>
    <dgm:cxn modelId="{B909F76B-5CBF-7A4A-8A9E-075DEAEE78F6}" type="presParOf" srcId="{492D0406-CED2-2340-8F66-37522D2D2CBD}" destId="{ED698339-FB75-D747-992C-DD89D70ABDAA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DFAF2-18FD-BA4B-9776-ABD5F25075EF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This project examines whether recorded crime rates in Greece increased or decreased between 1993 and 2007.</a:t>
          </a:r>
        </a:p>
      </dsp:txBody>
      <dsp:txXfrm>
        <a:off x="853" y="1681486"/>
        <a:ext cx="3457633" cy="2489496"/>
      </dsp:txXfrm>
    </dsp:sp>
    <dsp:sp modelId="{CBC78D67-AD2B-7844-9064-1D0719CEB2F9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7801C9B4-776F-874F-A2AA-155B2230D73A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1">
            <a:shade val="80000"/>
            <a:hueOff val="174641"/>
            <a:satOff val="-3128"/>
            <a:lumOff val="13293"/>
            <a:alphaOff val="0"/>
          </a:schemeClr>
        </a:solidFill>
        <a:ln w="12700" cap="flat" cmpd="sng" algn="ctr">
          <a:solidFill>
            <a:schemeClr val="accent1">
              <a:shade val="80000"/>
              <a:hueOff val="174641"/>
              <a:satOff val="-3128"/>
              <a:lumOff val="132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Greece’s pattern is compared with the rest of Europe using crime rates per 100,000 inhabitants.</a:t>
          </a:r>
        </a:p>
      </dsp:txBody>
      <dsp:txXfrm>
        <a:off x="3735097" y="1681486"/>
        <a:ext cx="3457633" cy="2489496"/>
      </dsp:txXfrm>
    </dsp:sp>
    <dsp:sp modelId="{A929A49B-C626-E64D-8EDF-0066080742D5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C66BE816-AC60-5742-B2C4-50F37081AA96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accent1">
              <a:shade val="80000"/>
              <a:hueOff val="349283"/>
              <a:satOff val="-6256"/>
              <a:lumOff val="265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crime data was downloaded from </a:t>
          </a:r>
          <a:r>
            <a:rPr lang="en-US" sz="2400" kern="1200" dirty="0">
              <a:hlinkClick xmlns:r="http://schemas.openxmlformats.org/officeDocument/2006/relationships" r:id="rId1"/>
            </a:rPr>
            <a:t>Eurostat</a:t>
          </a:r>
          <a:r>
            <a:rPr lang="en-US" sz="2400" kern="1200" dirty="0"/>
            <a:t>, and the static visualizations were created using Python.</a:t>
          </a:r>
        </a:p>
      </dsp:txBody>
      <dsp:txXfrm>
        <a:off x="7469341" y="1681486"/>
        <a:ext cx="3457633" cy="2489496"/>
      </dsp:txXfrm>
    </dsp:sp>
    <dsp:sp modelId="{FF4EE637-6B84-1142-81D1-B893FB9E3E3E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9032-AC94-3E4C-BB9C-11B431302902}">
      <dsp:nvSpPr>
        <dsp:cNvPr id="0" name=""/>
        <dsp:cNvSpPr/>
      </dsp:nvSpPr>
      <dsp:spPr>
        <a:xfrm rot="16200000">
          <a:off x="-187073" y="189800"/>
          <a:ext cx="3055294" cy="267569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801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Period examined: 1993-2007</a:t>
          </a:r>
        </a:p>
      </dsp:txBody>
      <dsp:txXfrm rot="5400000">
        <a:off x="2728" y="611058"/>
        <a:ext cx="2675693" cy="1833176"/>
      </dsp:txXfrm>
    </dsp:sp>
    <dsp:sp modelId="{BAFC1C38-4A25-D246-A5D0-DE9C8CC22926}">
      <dsp:nvSpPr>
        <dsp:cNvPr id="0" name=""/>
        <dsp:cNvSpPr/>
      </dsp:nvSpPr>
      <dsp:spPr>
        <a:xfrm rot="16200000">
          <a:off x="2689296" y="189800"/>
          <a:ext cx="3055294" cy="267569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801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Focus: Greece’s crime trend compared with Europe</a:t>
          </a:r>
        </a:p>
      </dsp:txBody>
      <dsp:txXfrm rot="5400000">
        <a:off x="2879097" y="611058"/>
        <a:ext cx="2675693" cy="1833176"/>
      </dsp:txXfrm>
    </dsp:sp>
    <dsp:sp modelId="{962306ED-23E2-224E-857D-4F90E9F05D48}">
      <dsp:nvSpPr>
        <dsp:cNvPr id="0" name=""/>
        <dsp:cNvSpPr/>
      </dsp:nvSpPr>
      <dsp:spPr>
        <a:xfrm rot="16200000">
          <a:off x="5565666" y="189800"/>
          <a:ext cx="3055294" cy="267569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801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Metric used: crime rate per 100,000 inhabitants</a:t>
          </a:r>
        </a:p>
      </dsp:txBody>
      <dsp:txXfrm rot="5400000">
        <a:off x="5755467" y="611058"/>
        <a:ext cx="2675693" cy="1833176"/>
      </dsp:txXfrm>
    </dsp:sp>
    <dsp:sp modelId="{5C1B49CB-5C6D-7042-B3E7-22ADD93AAAC1}">
      <dsp:nvSpPr>
        <dsp:cNvPr id="0" name=""/>
        <dsp:cNvSpPr/>
      </dsp:nvSpPr>
      <dsp:spPr>
        <a:xfrm rot="16200000">
          <a:off x="8442036" y="189800"/>
          <a:ext cx="3055294" cy="2675693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0" tIns="0" rIns="15801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Population data was used to make comparisons fair across countries and years.</a:t>
          </a:r>
        </a:p>
      </dsp:txBody>
      <dsp:txXfrm rot="5400000">
        <a:off x="8631837" y="611058"/>
        <a:ext cx="2675693" cy="18331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A4C3F-2A19-ED40-B1B6-27557C99D27C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7D97A-8527-0D4E-9036-013CC02DE10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Greece remained below the European average in total recorded crime rate.</a:t>
          </a:r>
        </a:p>
      </dsp:txBody>
      <dsp:txXfrm>
        <a:off x="2175669" y="0"/>
        <a:ext cx="8339931" cy="696214"/>
      </dsp:txXfrm>
    </dsp:sp>
    <dsp:sp modelId="{E31822D6-4171-E547-9993-1D8E02A06767}">
      <dsp:nvSpPr>
        <dsp:cNvPr id="0" name=""/>
        <dsp:cNvSpPr/>
      </dsp:nvSpPr>
      <dsp:spPr>
        <a:xfrm>
          <a:off x="456890" y="696214"/>
          <a:ext cx="3437557" cy="343755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C8717-7414-E642-BBBC-0C0D4467616E}">
      <dsp:nvSpPr>
        <dsp:cNvPr id="0" name=""/>
        <dsp:cNvSpPr/>
      </dsp:nvSpPr>
      <dsp:spPr>
        <a:xfrm>
          <a:off x="2175669" y="696214"/>
          <a:ext cx="8339931" cy="34375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Greece was generally in the lower-middle range of European countries, not among the highest recorded crime-rate countries.</a:t>
          </a:r>
        </a:p>
      </dsp:txBody>
      <dsp:txXfrm>
        <a:off x="2175669" y="696214"/>
        <a:ext cx="8339931" cy="696214"/>
      </dsp:txXfrm>
    </dsp:sp>
    <dsp:sp modelId="{832F6DCF-21FE-F04C-AA69-9D4AAF3C7773}">
      <dsp:nvSpPr>
        <dsp:cNvPr id="0" name=""/>
        <dsp:cNvSpPr/>
      </dsp:nvSpPr>
      <dsp:spPr>
        <a:xfrm>
          <a:off x="913780" y="1392428"/>
          <a:ext cx="2523776" cy="252377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D570C-B0D7-0F42-948C-53E8B9EE6F00}">
      <dsp:nvSpPr>
        <dsp:cNvPr id="0" name=""/>
        <dsp:cNvSpPr/>
      </dsp:nvSpPr>
      <dsp:spPr>
        <a:xfrm>
          <a:off x="2175669" y="1392428"/>
          <a:ext cx="8339931" cy="25237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Within Greece, burglary was the most common recorded crime type.</a:t>
          </a:r>
        </a:p>
      </dsp:txBody>
      <dsp:txXfrm>
        <a:off x="2175669" y="1392428"/>
        <a:ext cx="8339931" cy="696214"/>
      </dsp:txXfrm>
    </dsp:sp>
    <dsp:sp modelId="{5FEC8BC2-C5C9-8D44-8A51-DFFDBCE340BE}">
      <dsp:nvSpPr>
        <dsp:cNvPr id="0" name=""/>
        <dsp:cNvSpPr/>
      </dsp:nvSpPr>
      <dsp:spPr>
        <a:xfrm>
          <a:off x="1370671" y="2088642"/>
          <a:ext cx="1609995" cy="160999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3E6B1-822B-DF46-82C8-2B2F8CA83DE7}">
      <dsp:nvSpPr>
        <dsp:cNvPr id="0" name=""/>
        <dsp:cNvSpPr/>
      </dsp:nvSpPr>
      <dsp:spPr>
        <a:xfrm>
          <a:off x="2175669" y="2088642"/>
          <a:ext cx="8339931" cy="16099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Drug offences showed the strongest relative increase between 1993 and 2007.</a:t>
          </a:r>
        </a:p>
      </dsp:txBody>
      <dsp:txXfrm>
        <a:off x="2175669" y="2088642"/>
        <a:ext cx="8339931" cy="696214"/>
      </dsp:txXfrm>
    </dsp:sp>
    <dsp:sp modelId="{7261FBBB-8F2C-664D-A7D8-F292916E35DA}">
      <dsp:nvSpPr>
        <dsp:cNvPr id="0" name=""/>
        <dsp:cNvSpPr/>
      </dsp:nvSpPr>
      <dsp:spPr>
        <a:xfrm>
          <a:off x="1827561" y="2784856"/>
          <a:ext cx="696214" cy="69621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3D327-FADC-4D4E-9293-C19493A50068}">
      <dsp:nvSpPr>
        <dsp:cNvPr id="0" name=""/>
        <dsp:cNvSpPr/>
      </dsp:nvSpPr>
      <dsp:spPr>
        <a:xfrm>
          <a:off x="2175669" y="2784856"/>
          <a:ext cx="8339931" cy="6962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Overall, Greece’s crime profile was closer to medium-profile European countries than to the highest-crime group.</a:t>
          </a:r>
        </a:p>
      </dsp:txBody>
      <dsp:txXfrm>
        <a:off x="2175669" y="2784856"/>
        <a:ext cx="8339931" cy="696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E7CDD-41CB-4B4A-A932-1166330715A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8F4DC-8D6A-5C4C-A23A-20C45C8C4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0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8F4DC-8D6A-5C4C-A23A-20C45C8C4E3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1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>
                <a:latin typeface="+mn-lt"/>
              </a:rPr>
              <a:t>Rank 1 = highest recorded crime rate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8F4DC-8D6A-5C4C-A23A-20C45C8C4E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2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8F4DC-8D6A-5C4C-A23A-20C45C8C4E3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38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8F4DC-8D6A-5C4C-A23A-20C45C8C4E3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69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8F4DC-8D6A-5C4C-A23A-20C45C8C4E3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0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0E14-B92D-9943-AF7B-C63E9007CA50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1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AD0C3-7DA3-4745-878C-03126EE53C4E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EFC6E-95F4-D542-99BC-A8C94E8DE862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5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CE876-2A2D-AD49-9B15-13B3E7EADF60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7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5C063-C0F3-AB4A-9DFA-0407B5989E1C}" type="datetime1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69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C1CD-BC40-4840-A1BE-A32F7C304FE5}" type="datetime1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3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4825E-BD8B-4F46-8C50-36BC084D00E3}" type="datetime1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6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518EC-51A1-F54B-A813-B117DF202568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E43F-3DDD-A743-9FB0-1283F24F45B2}" type="datetime1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8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7DB4E-8D92-B64C-B293-7D1C467809AB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6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2E933-2CD1-994D-BA5C-409FB32A27FC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C0071-EB45-F74A-AB9D-B210212F3A83}" type="datetime1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98548-BE95-324F-B885-BE7B54124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6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ata visualization project with a white background&#10;&#10;Description automatically generated">
            <a:extLst>
              <a:ext uri="{FF2B5EF4-FFF2-40B4-BE49-F238E27FC236}">
                <a16:creationId xmlns:a16="http://schemas.microsoft.com/office/drawing/2014/main" id="{DB795090-47CB-4F25-8A2D-4EB63AAEE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2164"/>
          </a:xfrm>
        </p:spPr>
      </p:pic>
    </p:spTree>
    <p:extLst>
      <p:ext uri="{BB962C8B-B14F-4D97-AF65-F5344CB8AC3E}">
        <p14:creationId xmlns:p14="http://schemas.microsoft.com/office/powerpoint/2010/main" val="3222590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2DF88-F909-652F-62F3-FA9EBA0D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Aptos Display" panose="020B0004020202020204" pitchFamily="34" charset="0"/>
                <a:cs typeface="Aptos Serif" panose="02020604070405020304" pitchFamily="18" charset="0"/>
              </a:rPr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AD5CDA-A45D-75A8-CD51-07DF21F78B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8634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9986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FD12-E82D-1EF0-AD2D-39D3864B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7315" y="293955"/>
            <a:ext cx="385736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8AD081-493E-2AD5-232B-F0AFAA8D7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744831"/>
              </p:ext>
            </p:extLst>
          </p:nvPr>
        </p:nvGraphicFramePr>
        <p:xfrm>
          <a:off x="440871" y="1901353"/>
          <a:ext cx="11310257" cy="3055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9546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ECAB1E8-8195-4748-BE71-FF806D868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!!text rectangle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279383" cy="5495925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97917-1E13-1CD1-6F71-287B8BB2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90" y="728456"/>
            <a:ext cx="4151367" cy="135658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Greece vs European Average Total Crime Trend</a:t>
            </a:r>
          </a:p>
        </p:txBody>
      </p:sp>
      <p:sp>
        <p:nvSpPr>
          <p:cNvPr id="22" name="!!accent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BF7455-A97E-A594-7B27-329F1624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2185206"/>
            <a:ext cx="3410712" cy="3935194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Greece stayed below the European average in total recorded crime rate.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Total crime in Greece increased until around 2005, then declined in 2007.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The strongest increases in Greece appear in drug offences and burglary.</a:t>
            </a:r>
          </a:p>
        </p:txBody>
      </p:sp>
      <p:pic>
        <p:nvPicPr>
          <p:cNvPr id="4" name="Content Placeholder 3" descr="A graph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5A230D10-6EC4-95E5-C420-3C763361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9" b="2"/>
          <a:stretch>
            <a:fillRect/>
          </a:stretch>
        </p:blipFill>
        <p:spPr>
          <a:xfrm>
            <a:off x="5124450" y="634382"/>
            <a:ext cx="6657213" cy="549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4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C8E6A-27BD-93E1-6FDD-61E683021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769984"/>
            <a:ext cx="7450912" cy="103839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Greece Within Europe’s Crime Distribution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7F470F-ED6A-9235-2452-8A53E9A8B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405004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Greece followed a relatively stable path within Europe’s crime-rate distribution.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In most years, Greece was below the upper part of the European distribution.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After 2001, Greece’s crime rate increased slightly, but it still remained below the highest European values.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The wide boxplots show that crime rates varied strongly across European countries</a:t>
            </a:r>
            <a:r>
              <a:rPr lang="en-US" sz="2000" dirty="0"/>
              <a:t>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400388-6F4C-8CD8-FD53-21BC5596A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33718"/>
            <a:ext cx="6095999" cy="4054298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2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39569-AD9C-B1E8-F15C-0FA47AFC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1631"/>
            <a:ext cx="6400800" cy="105118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Average Total Crime Rate by Country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6B513E-6559-F883-CBF5-8FE98DC2A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134" y="2107605"/>
            <a:ext cx="5924866" cy="390858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Greece had an average total crime rate of around 3,652 crimes per 100,000 inhabitants, below the European mean.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Greece ranked in the lower-middle range among European countries.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Countries such as Sweden, the United Kingdom and Belgium recorded much higher average crime rates during that period.</a:t>
            </a:r>
          </a:p>
        </p:txBody>
      </p:sp>
      <p:pic>
        <p:nvPicPr>
          <p:cNvPr id="4" name="Content Placeholder 3" descr="A graph with numbers and a blue line&#10;&#10;Description automatically generated">
            <a:extLst>
              <a:ext uri="{FF2B5EF4-FFF2-40B4-BE49-F238E27FC236}">
                <a16:creationId xmlns:a16="http://schemas.microsoft.com/office/drawing/2014/main" id="{FD86AE24-380E-7815-5366-914095BF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381" y="717012"/>
            <a:ext cx="4670108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62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31883-3586-5FDA-722A-4D77C860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ptos Display" panose="020B0004020202020204" pitchFamily="34" charset="0"/>
              </a:rPr>
              <a:t>Spatial Variation in European Crime Rates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 descr="A map of europe with different colored areas&#10;&#10;Description automatically generated">
            <a:extLst>
              <a:ext uri="{FF2B5EF4-FFF2-40B4-BE49-F238E27FC236}">
                <a16:creationId xmlns:a16="http://schemas.microsoft.com/office/drawing/2014/main" id="{A22D0344-3513-1C0C-47B4-ED8542CF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1517904"/>
            <a:ext cx="7236611" cy="4928616"/>
          </a:xfrm>
          <a:prstGeom prst="rect">
            <a:avLst/>
          </a:prstGeom>
        </p:spPr>
      </p:pic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F47ED8-E0C5-6C5E-E7F9-FAF298358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Higher average recorded crime rates appear mainly in Northern and Western Europe.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Greece is placed among the lower crime rate countries.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The geographic view indicates that Greece is below the European average.</a:t>
            </a:r>
          </a:p>
        </p:txBody>
      </p:sp>
    </p:spTree>
    <p:extLst>
      <p:ext uri="{BB962C8B-B14F-4D97-AF65-F5344CB8AC3E}">
        <p14:creationId xmlns:p14="http://schemas.microsoft.com/office/powerpoint/2010/main" val="1846018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C799-FB53-6EE1-7B32-222348AB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Country-by-Country Rate Trajectories (Next Slide)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65826-CA70-A3DE-F724-2ADC5DC15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2714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European  countries did not follow one common trend between 1993 and 2007.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Greece followed a moderate trajectory, without extreme fluctuations.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Some countries remained at much higher recorded crime-rate levels, while others stayed consistently lower.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205C79C-D69C-113B-273F-4B11EE684B2E}"/>
              </a:ext>
            </a:extLst>
          </p:cNvPr>
          <p:cNvSpPr/>
          <p:nvPr/>
        </p:nvSpPr>
        <p:spPr>
          <a:xfrm>
            <a:off x="10375392" y="50453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3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32EBE1-149E-23CD-FC82-EB5556540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3984" y="44988"/>
            <a:ext cx="9024032" cy="676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63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ADA61C-6BA6-DF87-7026-21D00B24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48" y="412952"/>
            <a:ext cx="9392421" cy="133084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Greece’s Ranking Over Time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FCD9AD-02DD-A702-2512-0389CB5A1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48" y="2156745"/>
            <a:ext cx="4958966" cy="391777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Greece stayed mostly in the middle range of the ranking.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Its position fluctuated over time, with lower ranking positions around 2000 and 2004.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Rank changes show relative position, not the absolute size of crime rates.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endParaRPr lang="en-US" sz="2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Content Placeholder 3" descr="A graph with blue lines&#10;&#10;Description automatically generated">
            <a:extLst>
              <a:ext uri="{FF2B5EF4-FFF2-40B4-BE49-F238E27FC236}">
                <a16:creationId xmlns:a16="http://schemas.microsoft.com/office/drawing/2014/main" id="{2EBAFCA6-5D3B-530E-4727-59F761F0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977" y="2156745"/>
            <a:ext cx="6810375" cy="3889653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9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7FEBA-B563-1075-5451-1F427791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0" y="431631"/>
            <a:ext cx="5713262" cy="1219629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Crime Type Composition in Greece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2488A7B-3A8F-0DFD-58E6-34A8320EA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9073"/>
            <a:ext cx="4287795" cy="390858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Burglary was by far the most common recorded crime type in Greece during 1993-2007.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Motor vehicle theft and acts causing harm followed, but at much lower average rates.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Intentional homicide remained very low.</a:t>
            </a:r>
          </a:p>
        </p:txBody>
      </p:sp>
      <p:pic>
        <p:nvPicPr>
          <p:cNvPr id="4" name="Content Placeholder 3" descr="A graph of crime rate&#10;&#10;Description automatically generated">
            <a:extLst>
              <a:ext uri="{FF2B5EF4-FFF2-40B4-BE49-F238E27FC236}">
                <a16:creationId xmlns:a16="http://schemas.microsoft.com/office/drawing/2014/main" id="{97828B53-AB5A-B241-544D-D71EE2BD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795" y="1651260"/>
            <a:ext cx="7904205" cy="509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25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2017E-808E-8F49-85C1-D08DE776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0936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How Crime Types Evolved Over Time in Greece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576BC8-267F-A546-4009-18D99B01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719" y="778476"/>
            <a:ext cx="7439262" cy="3214045"/>
          </a:xfrm>
          <a:prstGeom prst="rect">
            <a:avLst/>
          </a:prstGeom>
        </p:spPr>
      </p:pic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37B62C0C-38F9-1870-6F6E-633EE429A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4188941"/>
            <a:ext cx="7208685" cy="2038123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This plot shows the same crime categories year by year, instead of only their average level.</a:t>
            </a:r>
          </a:p>
          <a:p>
            <a:r>
              <a:rPr lang="en-US" sz="2200" dirty="0">
                <a:latin typeface="Aptos" panose="020B0004020202020204" pitchFamily="34" charset="0"/>
              </a:rPr>
              <a:t>Burglary was very high from 1995 to 1998, declined for several years, and increased again after 2005.</a:t>
            </a:r>
          </a:p>
          <a:p>
            <a:r>
              <a:rPr lang="en-US" sz="2200" dirty="0">
                <a:latin typeface="Aptos" panose="020B0004020202020204" pitchFamily="34" charset="0"/>
              </a:rPr>
              <a:t>Drug offences showed a strong upward trend over the period.</a:t>
            </a:r>
          </a:p>
          <a:p>
            <a:r>
              <a:rPr lang="en-US" sz="2200" dirty="0">
                <a:latin typeface="Aptos" panose="020B0004020202020204" pitchFamily="34" charset="0"/>
              </a:rPr>
              <a:t>Motor vehicle theft rose sharply after 2005, while intentional homicide stayed very low.</a:t>
            </a:r>
          </a:p>
        </p:txBody>
      </p:sp>
    </p:spTree>
    <p:extLst>
      <p:ext uri="{BB962C8B-B14F-4D97-AF65-F5344CB8AC3E}">
        <p14:creationId xmlns:p14="http://schemas.microsoft.com/office/powerpoint/2010/main" val="1684272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CD57-2DF0-7C43-EED3-C93A7EB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21" y="358331"/>
            <a:ext cx="4647571" cy="161620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Largest Changes in Greece’s Crime Types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CABEBD-2238-6BDE-586A-D25AD4A71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20" y="2385195"/>
            <a:ext cx="4524209" cy="3447832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Drug offences had by far the largest increase, rising by more than 450% between 1993 and 2007.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Robbery and burglary also increased, but more moderately.</a:t>
            </a:r>
          </a:p>
          <a:p>
            <a:endParaRPr lang="en-US" sz="2000" dirty="0">
              <a:latin typeface="Aptos" panose="020B0004020202020204" pitchFamily="34" charset="0"/>
            </a:endParaRPr>
          </a:p>
          <a:p>
            <a:r>
              <a:rPr lang="en-US" sz="2000" dirty="0">
                <a:latin typeface="Aptos" panose="020B0004020202020204" pitchFamily="34" charset="0"/>
              </a:rPr>
              <a:t>Intentional homicide was the only category that decreased.</a:t>
            </a:r>
          </a:p>
        </p:txBody>
      </p:sp>
      <p:pic>
        <p:nvPicPr>
          <p:cNvPr id="4" name="Content Placeholder 3" descr="A graph with red and blue bars&#10;&#10;Description automatically generated">
            <a:extLst>
              <a:ext uri="{FF2B5EF4-FFF2-40B4-BE49-F238E27FC236}">
                <a16:creationId xmlns:a16="http://schemas.microsoft.com/office/drawing/2014/main" id="{E38DF6F2-A38E-443E-033B-A36F9A744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292" y="1549492"/>
            <a:ext cx="7216346" cy="40560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204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9DAA-F047-7D41-BABA-239C7D4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6" y="0"/>
            <a:ext cx="684770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Crime Level vs Crime Change Across Europe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40E914-FE93-76EB-6560-F73D6827C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84042" y="2010977"/>
            <a:ext cx="7526357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E7ABAE-8E0E-2060-5A64-35412EE670D2}"/>
              </a:ext>
            </a:extLst>
          </p:cNvPr>
          <p:cNvSpPr txBox="1"/>
          <p:nvPr/>
        </p:nvSpPr>
        <p:spPr>
          <a:xfrm>
            <a:off x="383059" y="2010977"/>
            <a:ext cx="33486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The x-axis shows each country’s average total crime rate, while the y-axis shows the change from 1993 to 2007.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Greece had a below-average crime level with a moderate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Some high-crime countries, such as the United Kingdom and Denmark showed a decrease by 2007.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2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AF4B2-29BD-1D0F-71A1-0445EDF9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62" y="214604"/>
            <a:ext cx="5671011" cy="141971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Grouping Countries by Crime Profile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1AFE9F-FF33-2752-9297-9B82430E4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61" y="2709017"/>
            <a:ext cx="4122101" cy="3410712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Countries are grouped based on crime level, trend and variability during 1993-2007.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Greece belongs to the medium crime profile cluster.</a:t>
            </a:r>
          </a:p>
          <a:p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The plot shows that Greece’s overall crime pattern is closer to medium-profile countries, not to the highest-crime cluster.</a:t>
            </a:r>
          </a:p>
        </p:txBody>
      </p:sp>
      <p:pic>
        <p:nvPicPr>
          <p:cNvPr id="4" name="Content Placeholder 3" descr="A graph with orange dots and black text&#10;&#10;Description automatically generated">
            <a:extLst>
              <a:ext uri="{FF2B5EF4-FFF2-40B4-BE49-F238E27FC236}">
                <a16:creationId xmlns:a16="http://schemas.microsoft.com/office/drawing/2014/main" id="{529012EB-5C59-8500-9BBC-A5F4B7DA8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263" y="1499056"/>
            <a:ext cx="7722973" cy="462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5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E2F5-63C2-5CA0-187B-305D22CD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Main Conclusions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8BAF52E-7851-6F5D-E689-4F7FA3915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466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7421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47EFD85-A85E-F0ED-45C1-604417474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65529"/>
          </a:xfrm>
        </p:spPr>
      </p:pic>
    </p:spTree>
    <p:extLst>
      <p:ext uri="{BB962C8B-B14F-4D97-AF65-F5344CB8AC3E}">
        <p14:creationId xmlns:p14="http://schemas.microsoft.com/office/powerpoint/2010/main" val="151761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2990</TotalTime>
  <Words>731</Words>
  <Application>Microsoft Macintosh PowerPoint</Application>
  <PresentationFormat>Widescreen</PresentationFormat>
  <Paragraphs>91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Office 2013 - 2022 Theme</vt:lpstr>
      <vt:lpstr>PowerPoint Presentation</vt:lpstr>
      <vt:lpstr>INTRODUCTION</vt:lpstr>
      <vt:lpstr>Dataset Overview</vt:lpstr>
      <vt:lpstr>Greece vs European Average Total Crime Trend</vt:lpstr>
      <vt:lpstr>Greece Within Europe’s Crime Distribution</vt:lpstr>
      <vt:lpstr>Average Total Crime Rate by Country</vt:lpstr>
      <vt:lpstr>Spatial Variation in European Crime Rates</vt:lpstr>
      <vt:lpstr>Country-by-Country Rate Trajectories (Next Slide)</vt:lpstr>
      <vt:lpstr>PowerPoint Presentation</vt:lpstr>
      <vt:lpstr>Greece’s Ranking Over Time</vt:lpstr>
      <vt:lpstr>Crime Type Composition in Greece</vt:lpstr>
      <vt:lpstr>How Crime Types Evolved Over Time in Greece</vt:lpstr>
      <vt:lpstr>Largest Changes in Greece’s Crime Types</vt:lpstr>
      <vt:lpstr>Crime Level vs Crime Change Across Europe</vt:lpstr>
      <vt:lpstr>Grouping Countries by Crime Profile</vt:lpstr>
      <vt:lpstr>Main 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in Greece: Trends and European Comparison 1993-2007</dc:title>
  <dc:creator>GEORGIOS BOUFIS</dc:creator>
  <cp:lastModifiedBy>GEORGIOS BOUFIS</cp:lastModifiedBy>
  <cp:revision>1</cp:revision>
  <dcterms:created xsi:type="dcterms:W3CDTF">2026-06-22T20:08:54Z</dcterms:created>
  <dcterms:modified xsi:type="dcterms:W3CDTF">2026-06-24T21:59:37Z</dcterms:modified>
</cp:coreProperties>
</file>